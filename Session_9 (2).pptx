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92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928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02E8D6-E5F5-DE19-A379-7A44710C6F76}" v="277" dt="2026-08-01T19:08:58.8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si Kajal-Assistant Professor SOET" userId="S::mansi.kajal@krmangalam.edu.in::3c99de1c-7603-4b32-be41-7faffefca8f3" providerId="AD" clId="Web-{3102E8D6-E5F5-DE19-A379-7A44710C6F76}"/>
    <pc:docChg chg="addSld delSld modSld">
      <pc:chgData name="Mansi Kajal-Assistant Professor SOET" userId="S::mansi.kajal@krmangalam.edu.in::3c99de1c-7603-4b32-be41-7faffefca8f3" providerId="AD" clId="Web-{3102E8D6-E5F5-DE19-A379-7A44710C6F76}" dt="2026-08-01T19:08:58.831" v="256"/>
      <pc:docMkLst>
        <pc:docMk/>
      </pc:docMkLst>
      <pc:sldChg chg="delSp">
        <pc:chgData name="Mansi Kajal-Assistant Professor SOET" userId="S::mansi.kajal@krmangalam.edu.in::3c99de1c-7603-4b32-be41-7faffefca8f3" providerId="AD" clId="Web-{3102E8D6-E5F5-DE19-A379-7A44710C6F76}" dt="2026-08-01T19:02:06.442" v="24"/>
        <pc:sldMkLst>
          <pc:docMk/>
          <pc:sldMk cId="0" sldId="258"/>
        </pc:sldMkLst>
        <pc:spChg chg="del">
          <ac:chgData name="Mansi Kajal-Assistant Professor SOET" userId="S::mansi.kajal@krmangalam.edu.in::3c99de1c-7603-4b32-be41-7faffefca8f3" providerId="AD" clId="Web-{3102E8D6-E5F5-DE19-A379-7A44710C6F76}" dt="2026-08-01T19:01:56.645" v="21"/>
          <ac:spMkLst>
            <pc:docMk/>
            <pc:sldMk cId="0" sldId="258"/>
            <ac:spMk id="10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2:00.036" v="22"/>
          <ac:spMkLst>
            <pc:docMk/>
            <pc:sldMk cId="0" sldId="258"/>
            <ac:spMk id="15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2:03.223" v="23"/>
          <ac:spMkLst>
            <pc:docMk/>
            <pc:sldMk cId="0" sldId="258"/>
            <ac:spMk id="20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2:06.442" v="24"/>
          <ac:spMkLst>
            <pc:docMk/>
            <pc:sldMk cId="0" sldId="258"/>
            <ac:spMk id="25" creationId="{00000000-0000-0000-0000-000000000000}"/>
          </ac:spMkLst>
        </pc:spChg>
      </pc:sldChg>
      <pc:sldChg chg="delSp modSp">
        <pc:chgData name="Mansi Kajal-Assistant Professor SOET" userId="S::mansi.kajal@krmangalam.edu.in::3c99de1c-7603-4b32-be41-7faffefca8f3" providerId="AD" clId="Web-{3102E8D6-E5F5-DE19-A379-7A44710C6F76}" dt="2026-08-01T19:02:38.475" v="31"/>
        <pc:sldMkLst>
          <pc:docMk/>
          <pc:sldMk cId="0" sldId="259"/>
        </pc:sldMkLst>
        <pc:spChg chg="del mod">
          <ac:chgData name="Mansi Kajal-Assistant Professor SOET" userId="S::mansi.kajal@krmangalam.edu.in::3c99de1c-7603-4b32-be41-7faffefca8f3" providerId="AD" clId="Web-{3102E8D6-E5F5-DE19-A379-7A44710C6F76}" dt="2026-08-01T19:02:17.724" v="26"/>
          <ac:spMkLst>
            <pc:docMk/>
            <pc:sldMk cId="0" sldId="259"/>
            <ac:spMk id="10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2:22.286" v="27"/>
          <ac:spMkLst>
            <pc:docMk/>
            <pc:sldMk cId="0" sldId="259"/>
            <ac:spMk id="15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2:25.490" v="28"/>
          <ac:spMkLst>
            <pc:docMk/>
            <pc:sldMk cId="0" sldId="259"/>
            <ac:spMk id="20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2:29.255" v="29"/>
          <ac:spMkLst>
            <pc:docMk/>
            <pc:sldMk cId="0" sldId="259"/>
            <ac:spMk id="25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2:32.755" v="30"/>
          <ac:spMkLst>
            <pc:docMk/>
            <pc:sldMk cId="0" sldId="259"/>
            <ac:spMk id="30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2:38.475" v="31"/>
          <ac:spMkLst>
            <pc:docMk/>
            <pc:sldMk cId="0" sldId="259"/>
            <ac:spMk id="35" creationId="{00000000-0000-0000-0000-000000000000}"/>
          </ac:spMkLst>
        </pc:spChg>
      </pc:sldChg>
      <pc:sldChg chg="delSp modSp">
        <pc:chgData name="Mansi Kajal-Assistant Professor SOET" userId="S::mansi.kajal@krmangalam.edu.in::3c99de1c-7603-4b32-be41-7faffefca8f3" providerId="AD" clId="Web-{3102E8D6-E5F5-DE19-A379-7A44710C6F76}" dt="2026-08-01T19:02:56.163" v="35" actId="20577"/>
        <pc:sldMkLst>
          <pc:docMk/>
          <pc:sldMk cId="0" sldId="261"/>
        </pc:sldMkLst>
        <pc:spChg chg="mod">
          <ac:chgData name="Mansi Kajal-Assistant Professor SOET" userId="S::mansi.kajal@krmangalam.edu.in::3c99de1c-7603-4b32-be41-7faffefca8f3" providerId="AD" clId="Web-{3102E8D6-E5F5-DE19-A379-7A44710C6F76}" dt="2026-08-01T19:02:56.163" v="35" actId="20577"/>
          <ac:spMkLst>
            <pc:docMk/>
            <pc:sldMk cId="0" sldId="261"/>
            <ac:spMk id="3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2:47.038" v="33"/>
          <ac:spMkLst>
            <pc:docMk/>
            <pc:sldMk cId="0" sldId="261"/>
            <ac:spMk id="22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2:45.647" v="32"/>
          <ac:spMkLst>
            <pc:docMk/>
            <pc:sldMk cId="0" sldId="261"/>
            <ac:spMk id="23" creationId="{00000000-0000-0000-0000-000000000000}"/>
          </ac:spMkLst>
        </pc:spChg>
      </pc:sldChg>
      <pc:sldChg chg="delSp">
        <pc:chgData name="Mansi Kajal-Assistant Professor SOET" userId="S::mansi.kajal@krmangalam.edu.in::3c99de1c-7603-4b32-be41-7faffefca8f3" providerId="AD" clId="Web-{3102E8D6-E5F5-DE19-A379-7A44710C6F76}" dt="2026-08-01T19:03:00.913" v="36"/>
        <pc:sldMkLst>
          <pc:docMk/>
          <pc:sldMk cId="0" sldId="262"/>
        </pc:sldMkLst>
        <pc:spChg chg="del">
          <ac:chgData name="Mansi Kajal-Assistant Professor SOET" userId="S::mansi.kajal@krmangalam.edu.in::3c99de1c-7603-4b32-be41-7faffefca8f3" providerId="AD" clId="Web-{3102E8D6-E5F5-DE19-A379-7A44710C6F76}" dt="2026-08-01T19:03:00.913" v="36"/>
          <ac:spMkLst>
            <pc:docMk/>
            <pc:sldMk cId="0" sldId="262"/>
            <ac:spMk id="6" creationId="{00000000-0000-0000-0000-000000000000}"/>
          </ac:spMkLst>
        </pc:spChg>
      </pc:sldChg>
      <pc:sldChg chg="delSp modSp">
        <pc:chgData name="Mansi Kajal-Assistant Professor SOET" userId="S::mansi.kajal@krmangalam.edu.in::3c99de1c-7603-4b32-be41-7faffefca8f3" providerId="AD" clId="Web-{3102E8D6-E5F5-DE19-A379-7A44710C6F76}" dt="2026-08-01T19:03:57.415" v="62" actId="1076"/>
        <pc:sldMkLst>
          <pc:docMk/>
          <pc:sldMk cId="0" sldId="264"/>
        </pc:sldMkLst>
        <pc:spChg chg="mod">
          <ac:chgData name="Mansi Kajal-Assistant Professor SOET" userId="S::mansi.kajal@krmangalam.edu.in::3c99de1c-7603-4b32-be41-7faffefca8f3" providerId="AD" clId="Web-{3102E8D6-E5F5-DE19-A379-7A44710C6F76}" dt="2026-08-01T19:03:57.337" v="57" actId="1076"/>
          <ac:spMkLst>
            <pc:docMk/>
            <pc:sldMk cId="0" sldId="264"/>
            <ac:spMk id="6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3:57.352" v="58" actId="1076"/>
          <ac:spMkLst>
            <pc:docMk/>
            <pc:sldMk cId="0" sldId="264"/>
            <ac:spMk id="7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3:57.368" v="59" actId="1076"/>
          <ac:spMkLst>
            <pc:docMk/>
            <pc:sldMk cId="0" sldId="264"/>
            <ac:spMk id="8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3:57.399" v="61" actId="1076"/>
          <ac:spMkLst>
            <pc:docMk/>
            <pc:sldMk cId="0" sldId="264"/>
            <ac:spMk id="9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3:19.007" v="37"/>
          <ac:spMkLst>
            <pc:docMk/>
            <pc:sldMk cId="0" sldId="264"/>
            <ac:spMk id="12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3:49.415" v="56"/>
          <ac:spMkLst>
            <pc:docMk/>
            <pc:sldMk cId="0" sldId="264"/>
            <ac:spMk id="13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3:45.868" v="54"/>
          <ac:spMkLst>
            <pc:docMk/>
            <pc:sldMk cId="0" sldId="264"/>
            <ac:spMk id="15" creationId="{00000000-0000-0000-0000-000000000000}"/>
          </ac:spMkLst>
        </pc:spChg>
        <pc:graphicFrameChg chg="mod modGraphic">
          <ac:chgData name="Mansi Kajal-Assistant Professor SOET" userId="S::mansi.kajal@krmangalam.edu.in::3c99de1c-7603-4b32-be41-7faffefca8f3" providerId="AD" clId="Web-{3102E8D6-E5F5-DE19-A379-7A44710C6F76}" dt="2026-08-01T19:03:57.384" v="60" actId="1076"/>
          <ac:graphicFrameMkLst>
            <pc:docMk/>
            <pc:sldMk cId="0" sldId="264"/>
            <ac:graphicFrameMk id="10" creationId="{00000000-0000-0000-0000-000000000000}"/>
          </ac:graphicFrameMkLst>
        </pc:graphicFrameChg>
        <pc:graphicFrameChg chg="mod modGraphic">
          <ac:chgData name="Mansi Kajal-Assistant Professor SOET" userId="S::mansi.kajal@krmangalam.edu.in::3c99de1c-7603-4b32-be41-7faffefca8f3" providerId="AD" clId="Web-{3102E8D6-E5F5-DE19-A379-7A44710C6F76}" dt="2026-08-01T19:03:57.415" v="62" actId="1076"/>
          <ac:graphicFrameMkLst>
            <pc:docMk/>
            <pc:sldMk cId="0" sldId="264"/>
            <ac:graphicFrameMk id="19" creationId="{00000000-0000-0000-0000-000000000000}"/>
          </ac:graphicFrameMkLst>
        </pc:graphicFrameChg>
        <pc:picChg chg="del">
          <ac:chgData name="Mansi Kajal-Assistant Professor SOET" userId="S::mansi.kajal@krmangalam.edu.in::3c99de1c-7603-4b32-be41-7faffefca8f3" providerId="AD" clId="Web-{3102E8D6-E5F5-DE19-A379-7A44710C6F76}" dt="2026-08-01T19:03:49.415" v="55"/>
          <ac:picMkLst>
            <pc:docMk/>
            <pc:sldMk cId="0" sldId="264"/>
            <ac:picMk id="14" creationId="{00000000-0000-0000-0000-000000000000}"/>
          </ac:picMkLst>
        </pc:picChg>
      </pc:sldChg>
      <pc:sldChg chg="delSp modSp">
        <pc:chgData name="Mansi Kajal-Assistant Professor SOET" userId="S::mansi.kajal@krmangalam.edu.in::3c99de1c-7603-4b32-be41-7faffefca8f3" providerId="AD" clId="Web-{3102E8D6-E5F5-DE19-A379-7A44710C6F76}" dt="2026-08-01T19:04:09.087" v="76"/>
        <pc:sldMkLst>
          <pc:docMk/>
          <pc:sldMk cId="0" sldId="265"/>
        </pc:sldMkLst>
        <pc:spChg chg="del">
          <ac:chgData name="Mansi Kajal-Assistant Professor SOET" userId="S::mansi.kajal@krmangalam.edu.in::3c99de1c-7603-4b32-be41-7faffefca8f3" providerId="AD" clId="Web-{3102E8D6-E5F5-DE19-A379-7A44710C6F76}" dt="2026-08-01T19:04:09.087" v="76"/>
          <ac:spMkLst>
            <pc:docMk/>
            <pc:sldMk cId="0" sldId="265"/>
            <ac:spMk id="13" creationId="{00000000-0000-0000-0000-000000000000}"/>
          </ac:spMkLst>
        </pc:spChg>
        <pc:graphicFrameChg chg="mod modGraphic">
          <ac:chgData name="Mansi Kajal-Assistant Professor SOET" userId="S::mansi.kajal@krmangalam.edu.in::3c99de1c-7603-4b32-be41-7faffefca8f3" providerId="AD" clId="Web-{3102E8D6-E5F5-DE19-A379-7A44710C6F76}" dt="2026-08-01T19:04:04.821" v="75"/>
          <ac:graphicFrameMkLst>
            <pc:docMk/>
            <pc:sldMk cId="0" sldId="265"/>
            <ac:graphicFrameMk id="11" creationId="{00000000-0000-0000-0000-000000000000}"/>
          </ac:graphicFrameMkLst>
        </pc:graphicFrameChg>
      </pc:sldChg>
      <pc:sldChg chg="delSp modSp">
        <pc:chgData name="Mansi Kajal-Assistant Professor SOET" userId="S::mansi.kajal@krmangalam.edu.in::3c99de1c-7603-4b32-be41-7faffefca8f3" providerId="AD" clId="Web-{3102E8D6-E5F5-DE19-A379-7A44710C6F76}" dt="2026-08-01T19:04:54.604" v="99"/>
        <pc:sldMkLst>
          <pc:docMk/>
          <pc:sldMk cId="0" sldId="266"/>
        </pc:sldMkLst>
        <pc:spChg chg="del">
          <ac:chgData name="Mansi Kajal-Assistant Professor SOET" userId="S::mansi.kajal@krmangalam.edu.in::3c99de1c-7603-4b32-be41-7faffefca8f3" providerId="AD" clId="Web-{3102E8D6-E5F5-DE19-A379-7A44710C6F76}" dt="2026-08-01T19:04:29.916" v="77"/>
          <ac:spMkLst>
            <pc:docMk/>
            <pc:sldMk cId="0" sldId="266"/>
            <ac:spMk id="20" creationId="{00000000-0000-0000-0000-000000000000}"/>
          </ac:spMkLst>
        </pc:spChg>
        <pc:graphicFrameChg chg="mod modGraphic">
          <ac:chgData name="Mansi Kajal-Assistant Professor SOET" userId="S::mansi.kajal@krmangalam.edu.in::3c99de1c-7603-4b32-be41-7faffefca8f3" providerId="AD" clId="Web-{3102E8D6-E5F5-DE19-A379-7A44710C6F76}" dt="2026-08-01T19:04:50.260" v="86"/>
          <ac:graphicFrameMkLst>
            <pc:docMk/>
            <pc:sldMk cId="0" sldId="266"/>
            <ac:graphicFrameMk id="12" creationId="{00000000-0000-0000-0000-000000000000}"/>
          </ac:graphicFrameMkLst>
        </pc:graphicFrameChg>
        <pc:graphicFrameChg chg="mod modGraphic">
          <ac:chgData name="Mansi Kajal-Assistant Professor SOET" userId="S::mansi.kajal@krmangalam.edu.in::3c99de1c-7603-4b32-be41-7faffefca8f3" providerId="AD" clId="Web-{3102E8D6-E5F5-DE19-A379-7A44710C6F76}" dt="2026-08-01T19:04:54.604" v="99"/>
          <ac:graphicFrameMkLst>
            <pc:docMk/>
            <pc:sldMk cId="0" sldId="266"/>
            <ac:graphicFrameMk id="23" creationId="{00000000-0000-0000-0000-000000000000}"/>
          </ac:graphicFrameMkLst>
        </pc:graphicFrameChg>
      </pc:sldChg>
      <pc:sldChg chg="delSp modSp">
        <pc:chgData name="Mansi Kajal-Assistant Professor SOET" userId="S::mansi.kajal@krmangalam.edu.in::3c99de1c-7603-4b32-be41-7faffefca8f3" providerId="AD" clId="Web-{3102E8D6-E5F5-DE19-A379-7A44710C6F76}" dt="2026-08-01T19:05:16.918" v="126"/>
        <pc:sldMkLst>
          <pc:docMk/>
          <pc:sldMk cId="0" sldId="267"/>
        </pc:sldMkLst>
        <pc:spChg chg="mod">
          <ac:chgData name="Mansi Kajal-Assistant Professor SOET" userId="S::mansi.kajal@krmangalam.edu.in::3c99de1c-7603-4b32-be41-7faffefca8f3" providerId="AD" clId="Web-{3102E8D6-E5F5-DE19-A379-7A44710C6F76}" dt="2026-08-01T19:05:12.199" v="101" actId="1076"/>
          <ac:spMkLst>
            <pc:docMk/>
            <pc:sldMk cId="0" sldId="267"/>
            <ac:spMk id="6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5:12.214" v="102" actId="1076"/>
          <ac:spMkLst>
            <pc:docMk/>
            <pc:sldMk cId="0" sldId="267"/>
            <ac:spMk id="7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5:12.308" v="108" actId="1076"/>
          <ac:spMkLst>
            <pc:docMk/>
            <pc:sldMk cId="0" sldId="267"/>
            <ac:spMk id="8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5:12.261" v="104" actId="1076"/>
          <ac:spMkLst>
            <pc:docMk/>
            <pc:sldMk cId="0" sldId="267"/>
            <ac:spMk id="9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5:12.277" v="105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5:12.292" v="107" actId="107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5:12.339" v="109" actId="107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5:12.355" v="110" actId="1076"/>
          <ac:spMkLst>
            <pc:docMk/>
            <pc:sldMk cId="0" sldId="267"/>
            <ac:spMk id="15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5:01.261" v="100"/>
          <ac:spMkLst>
            <pc:docMk/>
            <pc:sldMk cId="0" sldId="267"/>
            <ac:spMk id="16" creationId="{00000000-0000-0000-0000-000000000000}"/>
          </ac:spMkLst>
        </pc:spChg>
        <pc:graphicFrameChg chg="mod modGraphic">
          <ac:chgData name="Mansi Kajal-Assistant Professor SOET" userId="S::mansi.kajal@krmangalam.edu.in::3c99de1c-7603-4b32-be41-7faffefca8f3" providerId="AD" clId="Web-{3102E8D6-E5F5-DE19-A379-7A44710C6F76}" dt="2026-08-01T19:05:16.918" v="126"/>
          <ac:graphicFrameMkLst>
            <pc:docMk/>
            <pc:sldMk cId="0" sldId="267"/>
            <ac:graphicFrameMk id="13" creationId="{00000000-0000-0000-0000-000000000000}"/>
          </ac:graphicFrameMkLst>
        </pc:graphicFrameChg>
        <pc:picChg chg="mod">
          <ac:chgData name="Mansi Kajal-Assistant Professor SOET" userId="S::mansi.kajal@krmangalam.edu.in::3c99de1c-7603-4b32-be41-7faffefca8f3" providerId="AD" clId="Web-{3102E8D6-E5F5-DE19-A379-7A44710C6F76}" dt="2026-08-01T19:05:12.277" v="106" actId="1076"/>
          <ac:picMkLst>
            <pc:docMk/>
            <pc:sldMk cId="0" sldId="267"/>
            <ac:picMk id="11" creationId="{00000000-0000-0000-0000-000000000000}"/>
          </ac:picMkLst>
        </pc:picChg>
      </pc:sldChg>
      <pc:sldChg chg="delSp modSp">
        <pc:chgData name="Mansi Kajal-Assistant Professor SOET" userId="S::mansi.kajal@krmangalam.edu.in::3c99de1c-7603-4b32-be41-7faffefca8f3" providerId="AD" clId="Web-{3102E8D6-E5F5-DE19-A379-7A44710C6F76}" dt="2026-08-01T19:05:37.590" v="148"/>
        <pc:sldMkLst>
          <pc:docMk/>
          <pc:sldMk cId="0" sldId="268"/>
        </pc:sldMkLst>
        <pc:spChg chg="del">
          <ac:chgData name="Mansi Kajal-Assistant Professor SOET" userId="S::mansi.kajal@krmangalam.edu.in::3c99de1c-7603-4b32-be41-7faffefca8f3" providerId="AD" clId="Web-{3102E8D6-E5F5-DE19-A379-7A44710C6F76}" dt="2026-08-01T19:05:37.590" v="148"/>
          <ac:spMkLst>
            <pc:docMk/>
            <pc:sldMk cId="0" sldId="268"/>
            <ac:spMk id="7" creationId="{00000000-0000-0000-0000-000000000000}"/>
          </ac:spMkLst>
        </pc:spChg>
        <pc:graphicFrameChg chg="mod modGraphic">
          <ac:chgData name="Mansi Kajal-Assistant Professor SOET" userId="S::mansi.kajal@krmangalam.edu.in::3c99de1c-7603-4b32-be41-7faffefca8f3" providerId="AD" clId="Web-{3102E8D6-E5F5-DE19-A379-7A44710C6F76}" dt="2026-08-01T19:05:34.512" v="147"/>
          <ac:graphicFrameMkLst>
            <pc:docMk/>
            <pc:sldMk cId="0" sldId="268"/>
            <ac:graphicFrameMk id="14" creationId="{00000000-0000-0000-0000-000000000000}"/>
          </ac:graphicFrameMkLst>
        </pc:graphicFrameChg>
      </pc:sldChg>
      <pc:sldChg chg="delSp modSp">
        <pc:chgData name="Mansi Kajal-Assistant Professor SOET" userId="S::mansi.kajal@krmangalam.edu.in::3c99de1c-7603-4b32-be41-7faffefca8f3" providerId="AD" clId="Web-{3102E8D6-E5F5-DE19-A379-7A44710C6F76}" dt="2026-08-01T19:06:05.841" v="164" actId="1076"/>
        <pc:sldMkLst>
          <pc:docMk/>
          <pc:sldMk cId="0" sldId="269"/>
        </pc:sldMkLst>
        <pc:spChg chg="mod">
          <ac:chgData name="Mansi Kajal-Assistant Professor SOET" userId="S::mansi.kajal@krmangalam.edu.in::3c99de1c-7603-4b32-be41-7faffefca8f3" providerId="AD" clId="Web-{3102E8D6-E5F5-DE19-A379-7A44710C6F76}" dt="2026-08-01T19:06:05.763" v="154" actId="1076"/>
          <ac:spMkLst>
            <pc:docMk/>
            <pc:sldMk cId="0" sldId="269"/>
            <ac:spMk id="6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05.779" v="155" actId="1076"/>
          <ac:spMkLst>
            <pc:docMk/>
            <pc:sldMk cId="0" sldId="269"/>
            <ac:spMk id="7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05.779" v="156" actId="1076"/>
          <ac:spMkLst>
            <pc:docMk/>
            <pc:sldMk cId="0" sldId="269"/>
            <ac:spMk id="8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05.779" v="157" actId="1076"/>
          <ac:spMkLst>
            <pc:docMk/>
            <pc:sldMk cId="0" sldId="269"/>
            <ac:spMk id="9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05.794" v="158" actId="107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05.794" v="159" actId="107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05.794" v="160" actId="1076"/>
          <ac:spMkLst>
            <pc:docMk/>
            <pc:sldMk cId="0" sldId="269"/>
            <ac:spMk id="12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05.810" v="161" actId="1076"/>
          <ac:spMkLst>
            <pc:docMk/>
            <pc:sldMk cId="0" sldId="269"/>
            <ac:spMk id="13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05.826" v="162" actId="1076"/>
          <ac:spMkLst>
            <pc:docMk/>
            <pc:sldMk cId="0" sldId="269"/>
            <ac:spMk id="14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05.841" v="163" actId="1076"/>
          <ac:spMkLst>
            <pc:docMk/>
            <pc:sldMk cId="0" sldId="269"/>
            <ac:spMk id="15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05.841" v="164" actId="1076"/>
          <ac:spMkLst>
            <pc:docMk/>
            <pc:sldMk cId="0" sldId="269"/>
            <ac:spMk id="16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5:54.810" v="149"/>
          <ac:spMkLst>
            <pc:docMk/>
            <pc:sldMk cId="0" sldId="269"/>
            <ac:spMk id="17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5:58.700" v="153"/>
          <ac:spMkLst>
            <pc:docMk/>
            <pc:sldMk cId="0" sldId="269"/>
            <ac:spMk id="18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5:58.700" v="151"/>
          <ac:spMkLst>
            <pc:docMk/>
            <pc:sldMk cId="0" sldId="269"/>
            <ac:spMk id="20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5:58.700" v="150"/>
          <ac:spMkLst>
            <pc:docMk/>
            <pc:sldMk cId="0" sldId="269"/>
            <ac:spMk id="21" creationId="{00000000-0000-0000-0000-000000000000}"/>
          </ac:spMkLst>
        </pc:spChg>
        <pc:picChg chg="del">
          <ac:chgData name="Mansi Kajal-Assistant Professor SOET" userId="S::mansi.kajal@krmangalam.edu.in::3c99de1c-7603-4b32-be41-7faffefca8f3" providerId="AD" clId="Web-{3102E8D6-E5F5-DE19-A379-7A44710C6F76}" dt="2026-08-01T19:05:58.700" v="152"/>
          <ac:picMkLst>
            <pc:docMk/>
            <pc:sldMk cId="0" sldId="269"/>
            <ac:picMk id="19" creationId="{00000000-0000-0000-0000-000000000000}"/>
          </ac:picMkLst>
        </pc:picChg>
      </pc:sldChg>
      <pc:sldChg chg="delSp">
        <pc:chgData name="Mansi Kajal-Assistant Professor SOET" userId="S::mansi.kajal@krmangalam.edu.in::3c99de1c-7603-4b32-be41-7faffefca8f3" providerId="AD" clId="Web-{3102E8D6-E5F5-DE19-A379-7A44710C6F76}" dt="2026-08-01T19:06:29.686" v="168"/>
        <pc:sldMkLst>
          <pc:docMk/>
          <pc:sldMk cId="0" sldId="270"/>
        </pc:sldMkLst>
        <pc:spChg chg="del">
          <ac:chgData name="Mansi Kajal-Assistant Professor SOET" userId="S::mansi.kajal@krmangalam.edu.in::3c99de1c-7603-4b32-be41-7faffefca8f3" providerId="AD" clId="Web-{3102E8D6-E5F5-DE19-A379-7A44710C6F76}" dt="2026-08-01T19:06:24.029" v="166"/>
          <ac:spMkLst>
            <pc:docMk/>
            <pc:sldMk cId="0" sldId="270"/>
            <ac:spMk id="10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6:26.998" v="167"/>
          <ac:spMkLst>
            <pc:docMk/>
            <pc:sldMk cId="0" sldId="270"/>
            <ac:spMk id="15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6:29.686" v="168"/>
          <ac:spMkLst>
            <pc:docMk/>
            <pc:sldMk cId="0" sldId="270"/>
            <ac:spMk id="20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6:10.216" v="165"/>
          <ac:spMkLst>
            <pc:docMk/>
            <pc:sldMk cId="0" sldId="270"/>
            <ac:spMk id="21" creationId="{00000000-0000-0000-0000-000000000000}"/>
          </ac:spMkLst>
        </pc:spChg>
      </pc:sldChg>
      <pc:sldChg chg="delSp modSp">
        <pc:chgData name="Mansi Kajal-Assistant Professor SOET" userId="S::mansi.kajal@krmangalam.edu.in::3c99de1c-7603-4b32-be41-7faffefca8f3" providerId="AD" clId="Web-{3102E8D6-E5F5-DE19-A379-7A44710C6F76}" dt="2026-08-01T19:06:50.640" v="197" actId="1076"/>
        <pc:sldMkLst>
          <pc:docMk/>
          <pc:sldMk cId="0" sldId="271"/>
        </pc:sldMkLst>
        <pc:spChg chg="mod">
          <ac:chgData name="Mansi Kajal-Assistant Professor SOET" userId="S::mansi.kajal@krmangalam.edu.in::3c99de1c-7603-4b32-be41-7faffefca8f3" providerId="AD" clId="Web-{3102E8D6-E5F5-DE19-A379-7A44710C6F76}" dt="2026-08-01T19:06:50.249" v="171" actId="1076"/>
          <ac:spMkLst>
            <pc:docMk/>
            <pc:sldMk cId="0" sldId="271"/>
            <ac:spMk id="6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50.265" v="172" actId="1076"/>
          <ac:spMkLst>
            <pc:docMk/>
            <pc:sldMk cId="0" sldId="271"/>
            <ac:spMk id="7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50.280" v="173" actId="1076"/>
          <ac:spMkLst>
            <pc:docMk/>
            <pc:sldMk cId="0" sldId="271"/>
            <ac:spMk id="8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50.296" v="174" actId="1076"/>
          <ac:spMkLst>
            <pc:docMk/>
            <pc:sldMk cId="0" sldId="271"/>
            <ac:spMk id="9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50.311" v="175" actId="1076"/>
          <ac:spMkLst>
            <pc:docMk/>
            <pc:sldMk cId="0" sldId="271"/>
            <ac:spMk id="10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50.327" v="176" actId="107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50.343" v="177" actId="1076"/>
          <ac:spMkLst>
            <pc:docMk/>
            <pc:sldMk cId="0" sldId="271"/>
            <ac:spMk id="12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50.358" v="178" actId="1076"/>
          <ac:spMkLst>
            <pc:docMk/>
            <pc:sldMk cId="0" sldId="271"/>
            <ac:spMk id="13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50.374" v="179" actId="1076"/>
          <ac:spMkLst>
            <pc:docMk/>
            <pc:sldMk cId="0" sldId="271"/>
            <ac:spMk id="14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50.390" v="180" actId="1076"/>
          <ac:spMkLst>
            <pc:docMk/>
            <pc:sldMk cId="0" sldId="271"/>
            <ac:spMk id="15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50.405" v="181" actId="1076"/>
          <ac:spMkLst>
            <pc:docMk/>
            <pc:sldMk cId="0" sldId="271"/>
            <ac:spMk id="16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50.421" v="182" actId="1076"/>
          <ac:spMkLst>
            <pc:docMk/>
            <pc:sldMk cId="0" sldId="271"/>
            <ac:spMk id="17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50.436" v="183" actId="1076"/>
          <ac:spMkLst>
            <pc:docMk/>
            <pc:sldMk cId="0" sldId="271"/>
            <ac:spMk id="18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50.452" v="184" actId="1076"/>
          <ac:spMkLst>
            <pc:docMk/>
            <pc:sldMk cId="0" sldId="271"/>
            <ac:spMk id="19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50.452" v="185" actId="1076"/>
          <ac:spMkLst>
            <pc:docMk/>
            <pc:sldMk cId="0" sldId="271"/>
            <ac:spMk id="20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50.468" v="186" actId="1076"/>
          <ac:spMkLst>
            <pc:docMk/>
            <pc:sldMk cId="0" sldId="271"/>
            <ac:spMk id="21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50.483" v="187" actId="1076"/>
          <ac:spMkLst>
            <pc:docMk/>
            <pc:sldMk cId="0" sldId="271"/>
            <ac:spMk id="22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50.499" v="188" actId="1076"/>
          <ac:spMkLst>
            <pc:docMk/>
            <pc:sldMk cId="0" sldId="271"/>
            <ac:spMk id="23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50.515" v="189" actId="1076"/>
          <ac:spMkLst>
            <pc:docMk/>
            <pc:sldMk cId="0" sldId="271"/>
            <ac:spMk id="24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50.530" v="190" actId="1076"/>
          <ac:spMkLst>
            <pc:docMk/>
            <pc:sldMk cId="0" sldId="271"/>
            <ac:spMk id="25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50.546" v="191" actId="1076"/>
          <ac:spMkLst>
            <pc:docMk/>
            <pc:sldMk cId="0" sldId="271"/>
            <ac:spMk id="26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50.561" v="192" actId="1076"/>
          <ac:spMkLst>
            <pc:docMk/>
            <pc:sldMk cId="0" sldId="271"/>
            <ac:spMk id="27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50.593" v="193" actId="1076"/>
          <ac:spMkLst>
            <pc:docMk/>
            <pc:sldMk cId="0" sldId="271"/>
            <ac:spMk id="28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50.608" v="194" actId="1076"/>
          <ac:spMkLst>
            <pc:docMk/>
            <pc:sldMk cId="0" sldId="271"/>
            <ac:spMk id="29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50.624" v="196" actId="1076"/>
          <ac:spMkLst>
            <pc:docMk/>
            <pc:sldMk cId="0" sldId="271"/>
            <ac:spMk id="31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6:50.640" v="197" actId="1076"/>
          <ac:spMkLst>
            <pc:docMk/>
            <pc:sldMk cId="0" sldId="271"/>
            <ac:spMk id="32" creationId="{00000000-0000-0000-0000-000000000000}"/>
          </ac:spMkLst>
        </pc:spChg>
        <pc:spChg chg="del mod">
          <ac:chgData name="Mansi Kajal-Assistant Professor SOET" userId="S::mansi.kajal@krmangalam.edu.in::3c99de1c-7603-4b32-be41-7faffefca8f3" providerId="AD" clId="Web-{3102E8D6-E5F5-DE19-A379-7A44710C6F76}" dt="2026-08-01T19:06:38.170" v="170"/>
          <ac:spMkLst>
            <pc:docMk/>
            <pc:sldMk cId="0" sldId="271"/>
            <ac:spMk id="33" creationId="{00000000-0000-0000-0000-000000000000}"/>
          </ac:spMkLst>
        </pc:spChg>
        <pc:picChg chg="mod">
          <ac:chgData name="Mansi Kajal-Assistant Professor SOET" userId="S::mansi.kajal@krmangalam.edu.in::3c99de1c-7603-4b32-be41-7faffefca8f3" providerId="AD" clId="Web-{3102E8D6-E5F5-DE19-A379-7A44710C6F76}" dt="2026-08-01T19:06:50.608" v="195" actId="1076"/>
          <ac:picMkLst>
            <pc:docMk/>
            <pc:sldMk cId="0" sldId="271"/>
            <ac:picMk id="30" creationId="{00000000-0000-0000-0000-000000000000}"/>
          </ac:picMkLst>
        </pc:picChg>
      </pc:sldChg>
      <pc:sldChg chg="delSp modSp">
        <pc:chgData name="Mansi Kajal-Assistant Professor SOET" userId="S::mansi.kajal@krmangalam.edu.in::3c99de1c-7603-4b32-be41-7faffefca8f3" providerId="AD" clId="Web-{3102E8D6-E5F5-DE19-A379-7A44710C6F76}" dt="2026-08-01T19:07:12.781" v="215" actId="1076"/>
        <pc:sldMkLst>
          <pc:docMk/>
          <pc:sldMk cId="0" sldId="272"/>
        </pc:sldMkLst>
        <pc:spChg chg="mod">
          <ac:chgData name="Mansi Kajal-Assistant Professor SOET" userId="S::mansi.kajal@krmangalam.edu.in::3c99de1c-7603-4b32-be41-7faffefca8f3" providerId="AD" clId="Web-{3102E8D6-E5F5-DE19-A379-7A44710C6F76}" dt="2026-08-01T19:07:12.656" v="202" actId="1076"/>
          <ac:spMkLst>
            <pc:docMk/>
            <pc:sldMk cId="0" sldId="272"/>
            <ac:spMk id="6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7:12.672" v="203" actId="1076"/>
          <ac:spMkLst>
            <pc:docMk/>
            <pc:sldMk cId="0" sldId="272"/>
            <ac:spMk id="7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7:12.687" v="204" actId="1076"/>
          <ac:spMkLst>
            <pc:docMk/>
            <pc:sldMk cId="0" sldId="272"/>
            <ac:spMk id="8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7:12.687" v="205" actId="1076"/>
          <ac:spMkLst>
            <pc:docMk/>
            <pc:sldMk cId="0" sldId="272"/>
            <ac:spMk id="9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7:12.703" v="207" actId="1076"/>
          <ac:spMkLst>
            <pc:docMk/>
            <pc:sldMk cId="0" sldId="272"/>
            <ac:spMk id="11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7:12.718" v="208" actId="1076"/>
          <ac:spMkLst>
            <pc:docMk/>
            <pc:sldMk cId="0" sldId="272"/>
            <ac:spMk id="12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7:12.734" v="209" actId="1076"/>
          <ac:spMkLst>
            <pc:docMk/>
            <pc:sldMk cId="0" sldId="272"/>
            <ac:spMk id="13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7:12.734" v="210" actId="1076"/>
          <ac:spMkLst>
            <pc:docMk/>
            <pc:sldMk cId="0" sldId="272"/>
            <ac:spMk id="14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7:12.750" v="211" actId="1076"/>
          <ac:spMkLst>
            <pc:docMk/>
            <pc:sldMk cId="0" sldId="272"/>
            <ac:spMk id="15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7:12.765" v="212" actId="1076"/>
          <ac:spMkLst>
            <pc:docMk/>
            <pc:sldMk cId="0" sldId="272"/>
            <ac:spMk id="16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7:05.531" v="201"/>
          <ac:spMkLst>
            <pc:docMk/>
            <pc:sldMk cId="0" sldId="272"/>
            <ac:spMk id="17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7:12.765" v="213" actId="1076"/>
          <ac:spMkLst>
            <pc:docMk/>
            <pc:sldMk cId="0" sldId="272"/>
            <ac:spMk id="18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7:12.781" v="215" actId="1076"/>
          <ac:spMkLst>
            <pc:docMk/>
            <pc:sldMk cId="0" sldId="272"/>
            <ac:spMk id="20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6:56.765" v="199"/>
          <ac:spMkLst>
            <pc:docMk/>
            <pc:sldMk cId="0" sldId="272"/>
            <ac:spMk id="21" creationId="{00000000-0000-0000-0000-000000000000}"/>
          </ac:spMkLst>
        </pc:spChg>
        <pc:spChg chg="del mod">
          <ac:chgData name="Mansi Kajal-Assistant Professor SOET" userId="S::mansi.kajal@krmangalam.edu.in::3c99de1c-7603-4b32-be41-7faffefca8f3" providerId="AD" clId="Web-{3102E8D6-E5F5-DE19-A379-7A44710C6F76}" dt="2026-08-01T19:07:00.531" v="200"/>
          <ac:spMkLst>
            <pc:docMk/>
            <pc:sldMk cId="0" sldId="272"/>
            <ac:spMk id="22" creationId="{00000000-0000-0000-0000-000000000000}"/>
          </ac:spMkLst>
        </pc:spChg>
        <pc:picChg chg="mod">
          <ac:chgData name="Mansi Kajal-Assistant Professor SOET" userId="S::mansi.kajal@krmangalam.edu.in::3c99de1c-7603-4b32-be41-7faffefca8f3" providerId="AD" clId="Web-{3102E8D6-E5F5-DE19-A379-7A44710C6F76}" dt="2026-08-01T19:07:12.703" v="206" actId="1076"/>
          <ac:picMkLst>
            <pc:docMk/>
            <pc:sldMk cId="0" sldId="272"/>
            <ac:picMk id="10" creationId="{00000000-0000-0000-0000-000000000000}"/>
          </ac:picMkLst>
        </pc:picChg>
        <pc:picChg chg="mod">
          <ac:chgData name="Mansi Kajal-Assistant Professor SOET" userId="S::mansi.kajal@krmangalam.edu.in::3c99de1c-7603-4b32-be41-7faffefca8f3" providerId="AD" clId="Web-{3102E8D6-E5F5-DE19-A379-7A44710C6F76}" dt="2026-08-01T19:07:12.781" v="214" actId="1076"/>
          <ac:picMkLst>
            <pc:docMk/>
            <pc:sldMk cId="0" sldId="272"/>
            <ac:picMk id="19" creationId="{00000000-0000-0000-0000-000000000000}"/>
          </ac:picMkLst>
        </pc:picChg>
      </pc:sldChg>
      <pc:sldChg chg="delSp modSp">
        <pc:chgData name="Mansi Kajal-Assistant Professor SOET" userId="S::mansi.kajal@krmangalam.edu.in::3c99de1c-7603-4b32-be41-7faffefca8f3" providerId="AD" clId="Web-{3102E8D6-E5F5-DE19-A379-7A44710C6F76}" dt="2026-08-01T19:07:58.517" v="228" actId="1076"/>
        <pc:sldMkLst>
          <pc:docMk/>
          <pc:sldMk cId="0" sldId="273"/>
        </pc:sldMkLst>
        <pc:spChg chg="mod">
          <ac:chgData name="Mansi Kajal-Assistant Professor SOET" userId="S::mansi.kajal@krmangalam.edu.in::3c99de1c-7603-4b32-be41-7faffefca8f3" providerId="AD" clId="Web-{3102E8D6-E5F5-DE19-A379-7A44710C6F76}" dt="2026-08-01T19:07:58.486" v="223" actId="1076"/>
          <ac:spMkLst>
            <pc:docMk/>
            <pc:sldMk cId="0" sldId="273"/>
            <ac:spMk id="6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7:58.501" v="224" actId="1076"/>
          <ac:spMkLst>
            <pc:docMk/>
            <pc:sldMk cId="0" sldId="273"/>
            <ac:spMk id="7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7:58.501" v="225" actId="1076"/>
          <ac:spMkLst>
            <pc:docMk/>
            <pc:sldMk cId="0" sldId="273"/>
            <ac:spMk id="8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7:58.517" v="226" actId="1076"/>
          <ac:spMkLst>
            <pc:docMk/>
            <pc:sldMk cId="0" sldId="273"/>
            <ac:spMk id="9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7:58.517" v="227" actId="1076"/>
          <ac:spMkLst>
            <pc:docMk/>
            <pc:sldMk cId="0" sldId="273"/>
            <ac:spMk id="10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7:58.517" v="228" actId="1076"/>
          <ac:spMkLst>
            <pc:docMk/>
            <pc:sldMk cId="0" sldId="273"/>
            <ac:spMk id="11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7:37.141" v="217"/>
          <ac:spMkLst>
            <pc:docMk/>
            <pc:sldMk cId="0" sldId="273"/>
            <ac:spMk id="12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7:42.032" v="219"/>
          <ac:spMkLst>
            <pc:docMk/>
            <pc:sldMk cId="0" sldId="273"/>
            <ac:spMk id="13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7:42.032" v="218"/>
          <ac:spMkLst>
            <pc:docMk/>
            <pc:sldMk cId="0" sldId="273"/>
            <ac:spMk id="14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7:49.610" v="220" actId="1076"/>
          <ac:spMkLst>
            <pc:docMk/>
            <pc:sldMk cId="0" sldId="273"/>
            <ac:spMk id="15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7:49.626" v="221" actId="1076"/>
          <ac:spMkLst>
            <pc:docMk/>
            <pc:sldMk cId="0" sldId="273"/>
            <ac:spMk id="16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7:18.500" v="216"/>
          <ac:spMkLst>
            <pc:docMk/>
            <pc:sldMk cId="0" sldId="273"/>
            <ac:spMk id="17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3102E8D6-E5F5-DE19-A379-7A44710C6F76}" dt="2026-08-01T19:07:49.642" v="222" actId="1076"/>
          <ac:spMkLst>
            <pc:docMk/>
            <pc:sldMk cId="0" sldId="273"/>
            <ac:spMk id="18" creationId="{00000000-0000-0000-0000-000000000000}"/>
          </ac:spMkLst>
        </pc:spChg>
      </pc:sldChg>
      <pc:sldChg chg="delSp modSp">
        <pc:chgData name="Mansi Kajal-Assistant Professor SOET" userId="S::mansi.kajal@krmangalam.edu.in::3c99de1c-7603-4b32-be41-7faffefca8f3" providerId="AD" clId="Web-{3102E8D6-E5F5-DE19-A379-7A44710C6F76}" dt="2026-08-01T19:08:11.830" v="248"/>
        <pc:sldMkLst>
          <pc:docMk/>
          <pc:sldMk cId="0" sldId="274"/>
        </pc:sldMkLst>
        <pc:spChg chg="del">
          <ac:chgData name="Mansi Kajal-Assistant Professor SOET" userId="S::mansi.kajal@krmangalam.edu.in::3c99de1c-7603-4b32-be41-7faffefca8f3" providerId="AD" clId="Web-{3102E8D6-E5F5-DE19-A379-7A44710C6F76}" dt="2026-08-01T19:08:08.830" v="245"/>
          <ac:spMkLst>
            <pc:docMk/>
            <pc:sldMk cId="0" sldId="274"/>
            <ac:spMk id="7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8:11.830" v="248"/>
          <ac:spMkLst>
            <pc:docMk/>
            <pc:sldMk cId="0" sldId="274"/>
            <ac:spMk id="8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8:11.830" v="246"/>
          <ac:spMkLst>
            <pc:docMk/>
            <pc:sldMk cId="0" sldId="274"/>
            <ac:spMk id="10" creationId="{00000000-0000-0000-0000-000000000000}"/>
          </ac:spMkLst>
        </pc:spChg>
        <pc:graphicFrameChg chg="mod modGraphic">
          <ac:chgData name="Mansi Kajal-Assistant Professor SOET" userId="S::mansi.kajal@krmangalam.edu.in::3c99de1c-7603-4b32-be41-7faffefca8f3" providerId="AD" clId="Web-{3102E8D6-E5F5-DE19-A379-7A44710C6F76}" dt="2026-08-01T19:08:06.251" v="244"/>
          <ac:graphicFrameMkLst>
            <pc:docMk/>
            <pc:sldMk cId="0" sldId="274"/>
            <ac:graphicFrameMk id="20" creationId="{00000000-0000-0000-0000-000000000000}"/>
          </ac:graphicFrameMkLst>
        </pc:graphicFrameChg>
        <pc:picChg chg="del">
          <ac:chgData name="Mansi Kajal-Assistant Professor SOET" userId="S::mansi.kajal@krmangalam.edu.in::3c99de1c-7603-4b32-be41-7faffefca8f3" providerId="AD" clId="Web-{3102E8D6-E5F5-DE19-A379-7A44710C6F76}" dt="2026-08-01T19:08:11.830" v="247"/>
          <ac:picMkLst>
            <pc:docMk/>
            <pc:sldMk cId="0" sldId="274"/>
            <ac:picMk id="9" creationId="{00000000-0000-0000-0000-000000000000}"/>
          </ac:picMkLst>
        </pc:picChg>
      </pc:sldChg>
      <pc:sldChg chg="delSp modSp">
        <pc:chgData name="Mansi Kajal-Assistant Professor SOET" userId="S::mansi.kajal@krmangalam.edu.in::3c99de1c-7603-4b32-be41-7faffefca8f3" providerId="AD" clId="Web-{3102E8D6-E5F5-DE19-A379-7A44710C6F76}" dt="2026-08-01T19:08:26.080" v="250"/>
        <pc:sldMkLst>
          <pc:docMk/>
          <pc:sldMk cId="0" sldId="275"/>
        </pc:sldMkLst>
        <pc:spChg chg="del mod">
          <ac:chgData name="Mansi Kajal-Assistant Professor SOET" userId="S::mansi.kajal@krmangalam.edu.in::3c99de1c-7603-4b32-be41-7faffefca8f3" providerId="AD" clId="Web-{3102E8D6-E5F5-DE19-A379-7A44710C6F76}" dt="2026-08-01T19:08:26.080" v="250"/>
          <ac:spMkLst>
            <pc:docMk/>
            <pc:sldMk cId="0" sldId="275"/>
            <ac:spMk id="38" creationId="{00000000-0000-0000-0000-000000000000}"/>
          </ac:spMkLst>
        </pc:spChg>
      </pc:sldChg>
      <pc:sldChg chg="delSp">
        <pc:chgData name="Mansi Kajal-Assistant Professor SOET" userId="S::mansi.kajal@krmangalam.edu.in::3c99de1c-7603-4b32-be41-7faffefca8f3" providerId="AD" clId="Web-{3102E8D6-E5F5-DE19-A379-7A44710C6F76}" dt="2026-08-01T19:08:32.846" v="251"/>
        <pc:sldMkLst>
          <pc:docMk/>
          <pc:sldMk cId="0" sldId="277"/>
        </pc:sldMkLst>
        <pc:spChg chg="del">
          <ac:chgData name="Mansi Kajal-Assistant Professor SOET" userId="S::mansi.kajal@krmangalam.edu.in::3c99de1c-7603-4b32-be41-7faffefca8f3" providerId="AD" clId="Web-{3102E8D6-E5F5-DE19-A379-7A44710C6F76}" dt="2026-08-01T19:08:32.846" v="251"/>
          <ac:spMkLst>
            <pc:docMk/>
            <pc:sldMk cId="0" sldId="277"/>
            <ac:spMk id="14" creationId="{00000000-0000-0000-0000-000000000000}"/>
          </ac:spMkLst>
        </pc:spChg>
      </pc:sldChg>
      <pc:sldChg chg="delSp">
        <pc:chgData name="Mansi Kajal-Assistant Professor SOET" userId="S::mansi.kajal@krmangalam.edu.in::3c99de1c-7603-4b32-be41-7faffefca8f3" providerId="AD" clId="Web-{3102E8D6-E5F5-DE19-A379-7A44710C6F76}" dt="2026-08-01T19:08:37.924" v="252"/>
        <pc:sldMkLst>
          <pc:docMk/>
          <pc:sldMk cId="0" sldId="278"/>
        </pc:sldMkLst>
        <pc:spChg chg="del">
          <ac:chgData name="Mansi Kajal-Assistant Professor SOET" userId="S::mansi.kajal@krmangalam.edu.in::3c99de1c-7603-4b32-be41-7faffefca8f3" providerId="AD" clId="Web-{3102E8D6-E5F5-DE19-A379-7A44710C6F76}" dt="2026-08-01T19:08:37.924" v="252"/>
          <ac:spMkLst>
            <pc:docMk/>
            <pc:sldMk cId="0" sldId="278"/>
            <ac:spMk id="22" creationId="{00000000-0000-0000-0000-000000000000}"/>
          </ac:spMkLst>
        </pc:spChg>
      </pc:sldChg>
      <pc:sldChg chg="delSp">
        <pc:chgData name="Mansi Kajal-Assistant Professor SOET" userId="S::mansi.kajal@krmangalam.edu.in::3c99de1c-7603-4b32-be41-7faffefca8f3" providerId="AD" clId="Web-{3102E8D6-E5F5-DE19-A379-7A44710C6F76}" dt="2026-08-01T19:08:42.018" v="253"/>
        <pc:sldMkLst>
          <pc:docMk/>
          <pc:sldMk cId="0" sldId="279"/>
        </pc:sldMkLst>
        <pc:spChg chg="del">
          <ac:chgData name="Mansi Kajal-Assistant Professor SOET" userId="S::mansi.kajal@krmangalam.edu.in::3c99de1c-7603-4b32-be41-7faffefca8f3" providerId="AD" clId="Web-{3102E8D6-E5F5-DE19-A379-7A44710C6F76}" dt="2026-08-01T19:08:42.018" v="253"/>
          <ac:spMkLst>
            <pc:docMk/>
            <pc:sldMk cId="0" sldId="279"/>
            <ac:spMk id="18" creationId="{00000000-0000-0000-0000-000000000000}"/>
          </ac:spMkLst>
        </pc:spChg>
      </pc:sldChg>
      <pc:sldChg chg="del">
        <pc:chgData name="Mansi Kajal-Assistant Professor SOET" userId="S::mansi.kajal@krmangalam.edu.in::3c99de1c-7603-4b32-be41-7faffefca8f3" providerId="AD" clId="Web-{3102E8D6-E5F5-DE19-A379-7A44710C6F76}" dt="2026-08-01T19:08:51.878" v="254"/>
        <pc:sldMkLst>
          <pc:docMk/>
          <pc:sldMk cId="0" sldId="280"/>
        </pc:sldMkLst>
      </pc:sldChg>
      <pc:sldChg chg="delSp">
        <pc:chgData name="Mansi Kajal-Assistant Professor SOET" userId="S::mansi.kajal@krmangalam.edu.in::3c99de1c-7603-4b32-be41-7faffefca8f3" providerId="AD" clId="Web-{3102E8D6-E5F5-DE19-A379-7A44710C6F76}" dt="2026-08-01T19:08:58.831" v="256"/>
        <pc:sldMkLst>
          <pc:docMk/>
          <pc:sldMk cId="0" sldId="281"/>
        </pc:sldMkLst>
        <pc:spChg chg="del">
          <ac:chgData name="Mansi Kajal-Assistant Professor SOET" userId="S::mansi.kajal@krmangalam.edu.in::3c99de1c-7603-4b32-be41-7faffefca8f3" providerId="AD" clId="Web-{3102E8D6-E5F5-DE19-A379-7A44710C6F76}" dt="2026-08-01T19:08:58.831" v="256"/>
          <ac:spMkLst>
            <pc:docMk/>
            <pc:sldMk cId="0" sldId="281"/>
            <ac:spMk id="30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3102E8D6-E5F5-DE19-A379-7A44710C6F76}" dt="2026-08-01T19:08:58.831" v="255"/>
          <ac:spMkLst>
            <pc:docMk/>
            <pc:sldMk cId="0" sldId="281"/>
            <ac:spMk id="31" creationId="{00000000-0000-0000-0000-000000000000}"/>
          </ac:spMkLst>
        </pc:spChg>
      </pc:sldChg>
      <pc:sldChg chg="modSp">
        <pc:chgData name="Mansi Kajal-Assistant Professor SOET" userId="S::mansi.kajal@krmangalam.edu.in::3c99de1c-7603-4b32-be41-7faffefca8f3" providerId="AD" clId="Web-{3102E8D6-E5F5-DE19-A379-7A44710C6F76}" dt="2026-08-01T19:01:48.363" v="20" actId="20577"/>
        <pc:sldMkLst>
          <pc:docMk/>
          <pc:sldMk cId="2728511316" sldId="925"/>
        </pc:sldMkLst>
        <pc:spChg chg="mod">
          <ac:chgData name="Mansi Kajal-Assistant Professor SOET" userId="S::mansi.kajal@krmangalam.edu.in::3c99de1c-7603-4b32-be41-7faffefca8f3" providerId="AD" clId="Web-{3102E8D6-E5F5-DE19-A379-7A44710C6F76}" dt="2026-08-01T19:01:48.363" v="20" actId="20577"/>
          <ac:spMkLst>
            <pc:docMk/>
            <pc:sldMk cId="2728511316" sldId="925"/>
            <ac:spMk id="3" creationId="{0A7DA37A-11B2-EE8B-F6D4-23A07A6F9262}"/>
          </ac:spMkLst>
        </pc:spChg>
      </pc:sldChg>
      <pc:sldChg chg="add">
        <pc:chgData name="Mansi Kajal-Assistant Professor SOET" userId="S::mansi.kajal@krmangalam.edu.in::3c99de1c-7603-4b32-be41-7faffefca8f3" providerId="AD" clId="Web-{3102E8D6-E5F5-DE19-A379-7A44710C6F76}" dt="2026-08-01T19:01:22.300" v="0"/>
        <pc:sldMkLst>
          <pc:docMk/>
          <pc:sldMk cId="3868629981" sldId="92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7122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TB1 is the primary text for this course; EER concepts sit in Chapter 8 of Silberschatz and Chapter 4 of Elmasri &amp; Navathe. Edition numbers should be re-checked against the library catalogue each semester before the deck is issued.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06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www.pearson.com/en-us/subject-catalog/p/introduction-to-database-systems-an/P200000003398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ages.cs.wisc.edu/~dbbook/" TargetMode="External"/><Relationship Id="rId5" Type="http://schemas.openxmlformats.org/officeDocument/2006/relationships/hyperlink" Target="https://www.pearson.com/en-us/subject-catalog/p/fundamentals-of-database-systems/P200000003546" TargetMode="External"/><Relationship Id="rId4" Type="http://schemas.openxmlformats.org/officeDocument/2006/relationships/hyperlink" Target="https://www.db-book.com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383" y="150275"/>
            <a:ext cx="6396065" cy="920873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A7DA37A-11B2-EE8B-F6D4-23A07A6F9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536" y="2734807"/>
            <a:ext cx="864096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buSzPct val="25000"/>
            </a:pPr>
            <a:r>
              <a:rPr lang="en-US" sz="2400" kern="100" dirty="0">
                <a:latin typeface="Verdana"/>
                <a:ea typeface="Times New Roman" panose="02020603050405020304" pitchFamily="18" charset="0"/>
                <a:cs typeface="Times New Roman"/>
              </a:rPr>
              <a:t>Ms. Mansi, Dr. Rishika Ms. Megha Sharma, Dr. Reenu, Dr. Swati, </a:t>
            </a:r>
            <a:r>
              <a:rPr lang="en-US" sz="2400" kern="100" dirty="0" err="1">
                <a:latin typeface="Verdana"/>
                <a:ea typeface="Times New Roman" panose="02020603050405020304" pitchFamily="18" charset="0"/>
                <a:cs typeface="Times New Roman"/>
              </a:rPr>
              <a:t>Dr.Neha</a:t>
            </a:r>
            <a:r>
              <a:rPr lang="en-US" sz="2400" kern="100" dirty="0">
                <a:latin typeface="Verdana"/>
                <a:ea typeface="Times New Roman" panose="02020603050405020304" pitchFamily="18" charset="0"/>
                <a:cs typeface="Times New Roman"/>
              </a:rPr>
              <a:t> </a:t>
            </a:r>
            <a:r>
              <a:rPr lang="en-US" sz="2400" kern="100" dirty="0" err="1">
                <a:latin typeface="Verdana"/>
                <a:ea typeface="Times New Roman" panose="02020603050405020304" pitchFamily="18" charset="0"/>
                <a:cs typeface="Times New Roman"/>
              </a:rPr>
              <a:t>kaushik</a:t>
            </a:r>
            <a:r>
              <a:rPr lang="en-US" sz="2400" kern="100" dirty="0">
                <a:latin typeface="Verdana"/>
                <a:ea typeface="Times New Roman" panose="02020603050405020304" pitchFamily="18" charset="0"/>
                <a:cs typeface="Times New Roman"/>
              </a:rPr>
              <a:t> </a:t>
            </a:r>
            <a:endParaRPr lang="en-US" sz="2400" kern="100" dirty="0">
              <a:solidFill>
                <a:srgbClr val="000000"/>
              </a:solidFill>
              <a:latin typeface="Verdana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BBDD341-9065-6500-56A4-3D760AE6D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3080" y="1663572"/>
            <a:ext cx="849694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3200" b="1" kern="1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Database Management Systems</a:t>
            </a: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9D8B597-3B07-52D6-2F94-7B4B11AB3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7335" y="4293756"/>
            <a:ext cx="849694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kern="1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</a:p>
          <a:p>
            <a:pPr lvl="0" algn="ctr">
              <a:buSzPct val="25000"/>
            </a:pPr>
            <a:r>
              <a:rPr lang="en-US" kern="1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School of Engineering &amp; Technology(SOET)</a:t>
            </a:r>
          </a:p>
          <a:p>
            <a:pPr lvl="0" algn="ctr">
              <a:buSzPct val="25000"/>
            </a:pPr>
            <a:r>
              <a:rPr lang="en-US" kern="1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K. R. </a:t>
            </a:r>
            <a:r>
              <a:rPr lang="en-US" kern="100" err="1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Mangalam</a:t>
            </a:r>
            <a:r>
              <a:rPr lang="en-US" kern="1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511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01768" y="182880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F0A32E"/>
          </a:solidFill>
          <a:ln/>
        </p:spPr>
      </p:sp>
      <p:sp>
        <p:nvSpPr>
          <p:cNvPr id="3" name="Text 1"/>
          <p:cNvSpPr/>
          <p:nvPr/>
        </p:nvSpPr>
        <p:spPr>
          <a:xfrm>
            <a:off x="5001768" y="1828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9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80160" y="2560320"/>
            <a:ext cx="96286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Candidate Keys</a:t>
            </a:r>
            <a:endParaRPr lang="en-US" sz="380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n-US" sz="3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Super Keys</a:t>
            </a:r>
            <a:endParaRPr lang="en-US" sz="3800" dirty="0">
              <a:solidFill>
                <a:schemeClr val="accent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280160" y="420624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Closure  •  Minimality  •  Must-Have Attributes  •  Solved Numericals</a:t>
            </a:r>
            <a:endParaRPr lang="en-US" sz="1700" dirty="0">
              <a:solidFill>
                <a:schemeClr val="accent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4800600"/>
            <a:ext cx="9628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algorithm behind every GATE key question and every schema-design tool</a:t>
            </a:r>
            <a:endParaRPr lang="en-US" sz="14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Session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Super Keys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664208"/>
            <a:ext cx="685800" cy="68580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8" name="Image 1" descr="icons/cal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" y="1842516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17556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closure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6172200" y="137160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46520" y="1664208"/>
            <a:ext cx="685800" cy="68580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3" name="Image 2" descr="icons/clip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4828" y="1842516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60920" y="17556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key testing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502920" y="374904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4041648"/>
            <a:ext cx="685800" cy="685800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18" name="Image 3" descr="icons/k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8" y="4219956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41330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 method</a:t>
            </a:r>
            <a:endParaRPr lang="en-US" dirty="0"/>
          </a:p>
        </p:txBody>
      </p:sp>
      <p:sp>
        <p:nvSpPr>
          <p:cNvPr id="21" name="Shape 15"/>
          <p:cNvSpPr/>
          <p:nvPr/>
        </p:nvSpPr>
        <p:spPr>
          <a:xfrm>
            <a:off x="6172200" y="374904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46520" y="4041648"/>
            <a:ext cx="685800" cy="685800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23" name="Image 4" descr="icons/penci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4828" y="4219956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60920" y="41330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— Our Roadmap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Super Keys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337413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627632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627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77240" y="230428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407408" y="1371600"/>
            <a:ext cx="337413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81728" y="1627632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3" name="Text 10"/>
          <p:cNvSpPr/>
          <p:nvPr/>
        </p:nvSpPr>
        <p:spPr>
          <a:xfrm>
            <a:off x="4681728" y="1627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681728" y="230428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key intuition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8311896" y="1371600"/>
            <a:ext cx="337413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586216" y="1627632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8" name="Text 15"/>
          <p:cNvSpPr/>
          <p:nvPr/>
        </p:nvSpPr>
        <p:spPr>
          <a:xfrm>
            <a:off x="8586216" y="1627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8586216" y="230428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 method</a:t>
            </a: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502920" y="3840480"/>
            <a:ext cx="337413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77240" y="4096512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4096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777240" y="47731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numericals</a:t>
            </a: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407408" y="3840480"/>
            <a:ext cx="337413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681728" y="4096512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8" name="Text 25"/>
          <p:cNvSpPr/>
          <p:nvPr/>
        </p:nvSpPr>
        <p:spPr>
          <a:xfrm>
            <a:off x="4681728" y="4096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681728" y="47731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practice</a:t>
            </a: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8311896" y="3840480"/>
            <a:ext cx="337413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586216" y="4096512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3" name="Text 30"/>
          <p:cNvSpPr/>
          <p:nvPr/>
        </p:nvSpPr>
        <p:spPr>
          <a:xfrm>
            <a:off x="8586216" y="4096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8586216" y="47731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Super Keys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453896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8" name="Image 1" descr="icons/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09" y="1601297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380744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super key and candidate key clearly</a:t>
            </a: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502920" y="2267712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49808" y="2395728"/>
            <a:ext cx="566928" cy="566928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2" name="Image 2" descr="icons/cal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209" y="2543129"/>
            <a:ext cx="272125" cy="2721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2322576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attribute closure (X⁺) step by step</a:t>
            </a:r>
            <a:endParaRPr lang="en-US" dirty="0"/>
          </a:p>
        </p:txBody>
      </p:sp>
      <p:sp>
        <p:nvSpPr>
          <p:cNvPr id="14" name="Shape 9"/>
          <p:cNvSpPr/>
          <p:nvPr/>
        </p:nvSpPr>
        <p:spPr>
          <a:xfrm>
            <a:off x="502920" y="3209544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16" name="Image 3" descr="icons/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209" y="3484961"/>
            <a:ext cx="272125" cy="2721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3264408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must-have attributes that appear in every candidate key</a:t>
            </a:r>
            <a:endParaRPr lang="en-US" dirty="0"/>
          </a:p>
        </p:txBody>
      </p:sp>
      <p:sp>
        <p:nvSpPr>
          <p:cNvPr id="18" name="Shape 12"/>
          <p:cNvSpPr/>
          <p:nvPr/>
        </p:nvSpPr>
        <p:spPr>
          <a:xfrm>
            <a:off x="502920" y="4151376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49808" y="4279392"/>
            <a:ext cx="566928" cy="566928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20" name="Image 4" descr="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209" y="4426793"/>
            <a:ext cx="272125" cy="27212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600200" y="4206240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a super key is minimal</a:t>
            </a:r>
            <a:endParaRPr lang="en-US" dirty="0"/>
          </a:p>
        </p:txBody>
      </p:sp>
      <p:sp>
        <p:nvSpPr>
          <p:cNvPr id="22" name="Shape 15"/>
          <p:cNvSpPr/>
          <p:nvPr/>
        </p:nvSpPr>
        <p:spPr>
          <a:xfrm>
            <a:off x="502920" y="5093208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49808" y="522122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24" name="Image 5" descr="icons/penci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209" y="5368625"/>
            <a:ext cx="272125" cy="27212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600200" y="5148072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numericals with one key, multiple keys, and extra attributes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Quick Review: </a:t>
            </a:r>
            <a:endParaRPr lang="en-US" sz="30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Super Keys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517904"/>
            <a:ext cx="576072" cy="576072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8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87" y="1667683"/>
            <a:ext cx="276515" cy="27651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43560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 keep data valid</a:t>
            </a: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502920" y="2395728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49808" y="2542032"/>
            <a:ext cx="576072" cy="576072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2" name="Image 2" descr="icons/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587" y="2691811"/>
            <a:ext cx="276515" cy="2765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2459736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dependencies capture attribute determination (X → Y)</a:t>
            </a:r>
            <a:endParaRPr lang="en-US" dirty="0"/>
          </a:p>
        </p:txBody>
      </p:sp>
      <p:sp>
        <p:nvSpPr>
          <p:cNvPr id="14" name="Shape 9"/>
          <p:cNvSpPr/>
          <p:nvPr/>
        </p:nvSpPr>
        <p:spPr>
          <a:xfrm>
            <a:off x="502920" y="3419856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49808" y="3566160"/>
            <a:ext cx="576072" cy="576072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16" name="Image 3" descr="icons/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587" y="3715939"/>
            <a:ext cx="276515" cy="27651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3483864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Armstrong axioms infer new dependencies logically</a:t>
            </a:r>
            <a:endParaRPr lang="en-US" dirty="0"/>
          </a:p>
        </p:txBody>
      </p:sp>
      <p:sp>
        <p:nvSpPr>
          <p:cNvPr id="18" name="Shape 12"/>
          <p:cNvSpPr/>
          <p:nvPr/>
        </p:nvSpPr>
        <p:spPr>
          <a:xfrm>
            <a:off x="502920" y="4443984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49808" y="4590288"/>
            <a:ext cx="576072" cy="576072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20" name="Image 4" descr="icons/sitem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587" y="4740067"/>
            <a:ext cx="276515" cy="27651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600200" y="450799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power key-finding and normalization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Key, Candidate Key, Prime Attributes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Super Keys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51560" y="16002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KEYS — closure reaches every attribute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1280160" y="2148840"/>
            <a:ext cx="5394960" cy="3108960"/>
          </a:xfrm>
          <a:prstGeom prst="roundRect">
            <a:avLst>
              <a:gd name="adj" fmla="val 3824"/>
            </a:avLst>
          </a:prstGeom>
          <a:solidFill>
            <a:srgbClr val="F0F7F3"/>
          </a:solidFill>
          <a:ln w="25400">
            <a:solidFill>
              <a:srgbClr val="2E7D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0876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KEYS — minimal super keys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508760" y="31089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        AC &amp; AD          {RollNo}          {ISBN}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051560" y="4892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AB, ACD, ABCD … live out here (unique but bloated)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7543800" y="1463040"/>
            <a:ext cx="41148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818120" y="169164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14" name="Text 11"/>
          <p:cNvSpPr/>
          <p:nvPr/>
        </p:nvSpPr>
        <p:spPr>
          <a:xfrm>
            <a:off x="7818120" y="169164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818120" y="21031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that appears in at least one candidate key.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818120" y="27432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A, C, D when keys are AC &amp; AD</a:t>
            </a: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7543800" y="3611880"/>
            <a:ext cx="41148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818120" y="384048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19" name="Text 16"/>
          <p:cNvSpPr/>
          <p:nvPr/>
        </p:nvSpPr>
        <p:spPr>
          <a:xfrm>
            <a:off x="7818120" y="38404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NON-PRIME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7818120" y="425196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in NO candidate key — pure payload data.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7818120" y="48920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B above; Name, Email in STUDENT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vs non-prime becomes the star of 2NF / 3NF in the next sessions — learn it here once.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Method for Every Numerical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Super Keys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3538728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74520" y="1737360"/>
            <a:ext cx="777240" cy="7772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5"/>
          <p:cNvSpPr/>
          <p:nvPr/>
        </p:nvSpPr>
        <p:spPr>
          <a:xfrm>
            <a:off x="1874520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77240" y="2743200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relation and FDs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77240" y="3520440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given?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114800" y="2697480"/>
            <a:ext cx="457200" cy="411480"/>
          </a:xfrm>
          <a:prstGeom prst="rightArrow">
            <a:avLst/>
          </a:prstGeom>
          <a:solidFill>
            <a:srgbClr val="F0A32E"/>
          </a:solidFill>
          <a:ln/>
        </p:spPr>
      </p:sp>
      <p:sp>
        <p:nvSpPr>
          <p:cNvPr id="12" name="Shape 9"/>
          <p:cNvSpPr/>
          <p:nvPr/>
        </p:nvSpPr>
        <p:spPr>
          <a:xfrm>
            <a:off x="4407408" y="1463040"/>
            <a:ext cx="3538728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79008" y="1737360"/>
            <a:ext cx="777240" cy="77724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4" name="Text 11"/>
          <p:cNvSpPr/>
          <p:nvPr/>
        </p:nvSpPr>
        <p:spPr>
          <a:xfrm>
            <a:off x="5779008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681728" y="2743200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must-have attributes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681728" y="3520440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attributes NEVER appear on any RHS?</a:t>
            </a: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8019288" y="2697480"/>
            <a:ext cx="457200" cy="411480"/>
          </a:xfrm>
          <a:prstGeom prst="rightArrow">
            <a:avLst/>
          </a:prstGeom>
          <a:solidFill>
            <a:srgbClr val="F0A32E"/>
          </a:solidFill>
          <a:ln/>
        </p:spPr>
      </p:sp>
      <p:sp>
        <p:nvSpPr>
          <p:cNvPr id="18" name="Shape 15"/>
          <p:cNvSpPr/>
          <p:nvPr/>
        </p:nvSpPr>
        <p:spPr>
          <a:xfrm>
            <a:off x="8311896" y="1463040"/>
            <a:ext cx="3538728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683496" y="1737360"/>
            <a:ext cx="777240" cy="777240"/>
          </a:xfrm>
          <a:prstGeom prst="ellipse">
            <a:avLst/>
          </a:prstGeom>
          <a:solidFill>
            <a:srgbClr val="F0A32E"/>
          </a:solidFill>
          <a:ln/>
        </p:spPr>
      </p:sp>
      <p:sp>
        <p:nvSpPr>
          <p:cNvPr id="20" name="Text 17"/>
          <p:cNvSpPr/>
          <p:nvPr/>
        </p:nvSpPr>
        <p:spPr>
          <a:xfrm>
            <a:off x="9683496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8586216" y="2743200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closure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8586216" y="3520440"/>
            <a:ext cx="2990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X⁺ reach ALL attributes?</a:t>
            </a: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502920" y="4800600"/>
            <a:ext cx="11183112" cy="1143000"/>
          </a:xfrm>
          <a:prstGeom prst="roundRect">
            <a:avLst>
              <a:gd name="adj" fmla="val 7200"/>
            </a:avLst>
          </a:prstGeom>
          <a:solidFill>
            <a:srgbClr val="F4F7FB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77240" y="5029200"/>
            <a:ext cx="621792" cy="621792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25" name="Image 1" descr="icons/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906" y="5190866"/>
            <a:ext cx="298460" cy="29846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600200" y="489204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 worth memorizing:  candidate key = super key + minimality check.  Every numerical in this session is these three boxes in disguise.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Super Keys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Super Keys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930648"/>
            <a:ext cx="11183112" cy="731520"/>
          </a:xfrm>
          <a:prstGeom prst="roundRect">
            <a:avLst>
              <a:gd name="adj" fmla="val 11250"/>
            </a:avLst>
          </a:prstGeom>
          <a:solidFill>
            <a:srgbClr val="F4F7FB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93064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R(A, B, C, D)  with FDs:  A → B,   B → C,   A → D.   A super key must determine EVERY attribute.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77240" y="2890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super keys</a:t>
            </a:r>
            <a:endParaRPr lang="en-US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745777"/>
              </p:ext>
            </p:extLst>
          </p:nvPr>
        </p:nvGraphicFramePr>
        <p:xfrm>
          <a:off x="777240" y="3302248"/>
          <a:ext cx="5486400" cy="190195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Set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Why it is a super key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A⁺ = {A, B, C, D} — reaches all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AB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Contains A, so it also determines all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ACD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Any superset of A is also a super key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537960" y="2890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super keys</a:t>
            </a:r>
            <a:endParaRPr lang="en-US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767625"/>
              </p:ext>
            </p:extLst>
          </p:nvPr>
        </p:nvGraphicFramePr>
        <p:xfrm>
          <a:off x="6537960" y="3302248"/>
          <a:ext cx="5120640" cy="1426464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Set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Reason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B⁺ = {B, C} — never reaches A or D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CD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(CD)⁺ = {C, D} — cannot generate A or B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 = Minimal Super Key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Super Keys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947322"/>
              </p:ext>
            </p:extLst>
          </p:nvPr>
        </p:nvGraphicFramePr>
        <p:xfrm>
          <a:off x="777240" y="1554480"/>
          <a:ext cx="6126480" cy="20116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Set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Super key?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Candidate key?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Yes ✓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AB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No — drop B, still works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AC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No — drop C, still works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360920" y="1463040"/>
            <a:ext cx="4297680" cy="1600200"/>
          </a:xfrm>
          <a:prstGeom prst="roundRect">
            <a:avLst>
              <a:gd name="adj" fmla="val 5143"/>
            </a:avLst>
          </a:prstGeom>
          <a:solidFill>
            <a:srgbClr val="F4F7FB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635240" y="1600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635240" y="193852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keys are the SMALLEST possible identifiers of the relation.</a:t>
            </a: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7360920" y="3246120"/>
            <a:ext cx="4297680" cy="1600200"/>
          </a:xfrm>
          <a:prstGeom prst="roundRect">
            <a:avLst>
              <a:gd name="adj" fmla="val 5143"/>
            </a:avLst>
          </a:prstGeom>
          <a:solidFill>
            <a:srgbClr val="F4F7FB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6" name="Text 7"/>
          <p:cNvSpPr/>
          <p:nvPr/>
        </p:nvSpPr>
        <p:spPr>
          <a:xfrm>
            <a:off x="7635240" y="3383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7635240" y="372160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removing ANY one attribute still gives a full closure, the set was not minimal.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777240" y="5276088"/>
            <a:ext cx="585216" cy="58521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5" name="Image 1" descr="icons/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396" y="5428244"/>
            <a:ext cx="280904" cy="2809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513892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mirror: Instagram could identify you by {user_id, username} — it works, but it’s bloated. Production indexes use the minimal key (user_id alone); smaller keys = smaller indexes = faster joins.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of Solving a Key Numerical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Super Keys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888720"/>
              </p:ext>
            </p:extLst>
          </p:nvPr>
        </p:nvGraphicFramePr>
        <p:xfrm>
          <a:off x="777240" y="1783080"/>
          <a:ext cx="4846320" cy="18288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Input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Meaning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R(A, B, C, D, E)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Relation schema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FD set F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Given dependencies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Target set X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Attributes under test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30936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test</a:t>
            </a:r>
            <a:endParaRPr lang="en-US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192972"/>
              </p:ext>
            </p:extLst>
          </p:nvPr>
        </p:nvGraphicFramePr>
        <p:xfrm>
          <a:off x="6309360" y="1783080"/>
          <a:ext cx="5577840" cy="19507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Check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Action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Decision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Closure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Find X⁺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All </a:t>
                      </a:r>
                      <a:r>
                        <a:rPr lang="en-US" sz="1600" dirty="0" err="1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attrs</a:t>
                      </a: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 or not?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Minimality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Remove one </a:t>
                      </a:r>
                      <a:r>
                        <a:rPr lang="en-US" sz="1600" dirty="0" err="1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attr</a:t>
                      </a: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, retry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Still all </a:t>
                      </a:r>
                      <a:r>
                        <a:rPr lang="en-US" sz="1600" dirty="0" err="1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attrs</a:t>
                      </a: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?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Classify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Minimal → candidate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Else only super key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1554480" y="4572000"/>
            <a:ext cx="2377440" cy="594360"/>
          </a:xfrm>
          <a:prstGeom prst="roundRect">
            <a:avLst>
              <a:gd name="adj" fmla="val 18462"/>
            </a:avLst>
          </a:prstGeom>
          <a:solidFill>
            <a:srgbClr val="2E75B6"/>
          </a:solidFill>
          <a:ln/>
        </p:spPr>
      </p:sp>
      <p:sp>
        <p:nvSpPr>
          <p:cNvPr id="11" name="Text 6"/>
          <p:cNvSpPr/>
          <p:nvPr/>
        </p:nvSpPr>
        <p:spPr>
          <a:xfrm>
            <a:off x="1554480" y="4572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X⁺ = all?</a:t>
            </a:r>
            <a:endParaRPr lang="en-US" dirty="0"/>
          </a:p>
        </p:txBody>
      </p:sp>
      <p:sp>
        <p:nvSpPr>
          <p:cNvPr id="7" name="Shape 7"/>
          <p:cNvSpPr/>
          <p:nvPr/>
        </p:nvSpPr>
        <p:spPr>
          <a:xfrm>
            <a:off x="4096512" y="4663440"/>
            <a:ext cx="594360" cy="411480"/>
          </a:xfrm>
          <a:prstGeom prst="rightArrow">
            <a:avLst/>
          </a:prstGeom>
          <a:solidFill>
            <a:srgbClr val="F0A32E"/>
          </a:solidFill>
          <a:ln/>
        </p:spPr>
      </p:sp>
      <p:sp>
        <p:nvSpPr>
          <p:cNvPr id="13" name="Shape 8"/>
          <p:cNvSpPr/>
          <p:nvPr/>
        </p:nvSpPr>
        <p:spPr>
          <a:xfrm>
            <a:off x="4846320" y="4572000"/>
            <a:ext cx="2377440" cy="594360"/>
          </a:xfrm>
          <a:prstGeom prst="roundRect">
            <a:avLst>
              <a:gd name="adj" fmla="val 18462"/>
            </a:avLst>
          </a:prstGeom>
          <a:solidFill>
            <a:srgbClr val="2E7D5B"/>
          </a:solidFill>
          <a:ln/>
        </p:spPr>
      </p:sp>
      <p:sp>
        <p:nvSpPr>
          <p:cNvPr id="14" name="Text 9"/>
          <p:cNvSpPr/>
          <p:nvPr/>
        </p:nvSpPr>
        <p:spPr>
          <a:xfrm>
            <a:off x="4846320" y="4572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minimal?</a:t>
            </a:r>
            <a:endParaRPr lang="en-US" dirty="0"/>
          </a:p>
        </p:txBody>
      </p:sp>
      <p:sp>
        <p:nvSpPr>
          <p:cNvPr id="15" name="Shape 10"/>
          <p:cNvSpPr/>
          <p:nvPr/>
        </p:nvSpPr>
        <p:spPr>
          <a:xfrm>
            <a:off x="7388352" y="4663440"/>
            <a:ext cx="594360" cy="411480"/>
          </a:xfrm>
          <a:prstGeom prst="rightArrow">
            <a:avLst/>
          </a:prstGeom>
          <a:solidFill>
            <a:srgbClr val="F0A32E"/>
          </a:solidFill>
          <a:ln/>
        </p:spPr>
      </p:sp>
      <p:sp>
        <p:nvSpPr>
          <p:cNvPr id="16" name="Shape 11"/>
          <p:cNvSpPr/>
          <p:nvPr/>
        </p:nvSpPr>
        <p:spPr>
          <a:xfrm>
            <a:off x="8138160" y="4572000"/>
            <a:ext cx="3017520" cy="594360"/>
          </a:xfrm>
          <a:prstGeom prst="roundRect">
            <a:avLst>
              <a:gd name="adj" fmla="val 18462"/>
            </a:avLst>
          </a:prstGeom>
          <a:solidFill>
            <a:srgbClr val="1F4E79"/>
          </a:solidFill>
          <a:ln/>
        </p:spPr>
      </p:sp>
      <p:sp>
        <p:nvSpPr>
          <p:cNvPr id="17" name="Text 12"/>
          <p:cNvSpPr/>
          <p:nvPr/>
        </p:nvSpPr>
        <p:spPr>
          <a:xfrm>
            <a:off x="8138160" y="45720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</a:t>
            </a: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3977640" y="5166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7269480" y="5166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1: Single-Attribute Candidate Key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Super Keys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735501"/>
            <a:ext cx="11183112" cy="731520"/>
          </a:xfrm>
          <a:prstGeom prst="roundRect">
            <a:avLst>
              <a:gd name="adj" fmla="val 11250"/>
            </a:avLst>
          </a:prstGeom>
          <a:solidFill>
            <a:srgbClr val="F4F7FB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735501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R(A, B, C, D)  with FDs:  A → B,   B → C,   A → D.    Find the candidate key and some super keys.</a:t>
            </a:r>
            <a:endParaRPr lang="en-US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623656"/>
              </p:ext>
            </p:extLst>
          </p:nvPr>
        </p:nvGraphicFramePr>
        <p:xfrm>
          <a:off x="777240" y="2741341"/>
          <a:ext cx="4846320" cy="22860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Step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Closure so far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Rule used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{A}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Start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{A, B}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 → B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{A, B, C}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B → C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{A, B, C, D}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 → D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263640" y="2741341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537960" y="3015661"/>
            <a:ext cx="603504" cy="60350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1" name="Image 1" descr="icons/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871" y="3172573"/>
            <a:ext cx="289682" cy="28968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60920" y="2924221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 key = A</a:t>
            </a:r>
            <a:endParaRPr lang="en-US" dirty="0"/>
          </a:p>
        </p:txBody>
      </p:sp>
      <p:sp>
        <p:nvSpPr>
          <p:cNvPr id="8" name="Text 8"/>
          <p:cNvSpPr/>
          <p:nvPr/>
        </p:nvSpPr>
        <p:spPr>
          <a:xfrm>
            <a:off x="7360920" y="3427141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A⁺ covers all four attributes and A cannot shrink further.</a:t>
            </a:r>
            <a:endParaRPr lang="en-US" dirty="0"/>
          </a:p>
        </p:txBody>
      </p:sp>
      <p:sp>
        <p:nvSpPr>
          <p:cNvPr id="14" name="Shape 9"/>
          <p:cNvSpPr/>
          <p:nvPr/>
        </p:nvSpPr>
        <p:spPr>
          <a:xfrm>
            <a:off x="6263640" y="4387261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F4F7FB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6537960" y="4387261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keys:  A, AB, AC, AD, ABC, ACD, ABCD — every superset of A qualifies.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1: Testing Every Suspect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Super Keys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384908"/>
              </p:ext>
            </p:extLst>
          </p:nvPr>
        </p:nvGraphicFramePr>
        <p:xfrm>
          <a:off x="777240" y="1554480"/>
          <a:ext cx="8138160" cy="25603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Test set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Closure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All </a:t>
                      </a:r>
                      <a:r>
                        <a:rPr lang="en-US" sz="16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attrs</a:t>
                      </a: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?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Decision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{A, B, C, D}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CANDIDATE KEY ✓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{B, C}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Not a key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D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{D}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Not a key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AB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{A, B, C, D}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Super key only (not minimal)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77240" y="4846320"/>
            <a:ext cx="621792" cy="621792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9" name="Image 1" descr="icons/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906" y="5007986"/>
            <a:ext cx="298460" cy="2984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00200" y="4800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1600200" y="52120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alone determines everything, so NO larger set containing A can ever be minimal — stop testing AB, AC, ABC the moment A succeeds.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Minimality Matters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Super Keys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77240" y="2270017"/>
            <a:ext cx="3200400" cy="777240"/>
          </a:xfrm>
          <a:prstGeom prst="roundRect">
            <a:avLst>
              <a:gd name="adj" fmla="val 15294"/>
            </a:avLst>
          </a:prstGeom>
          <a:solidFill>
            <a:srgbClr val="2E75B6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270017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Find closure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023360" y="2452897"/>
            <a:ext cx="457200" cy="41148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0" y="2270017"/>
            <a:ext cx="3200400" cy="777240"/>
          </a:xfrm>
          <a:prstGeom prst="roundRect">
            <a:avLst>
              <a:gd name="adj" fmla="val 15294"/>
            </a:avLst>
          </a:prstGeom>
          <a:solidFill>
            <a:srgbClr val="2E7D5B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2270017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Check all attributes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7818120" y="2452897"/>
            <a:ext cx="457200" cy="41148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2" name="Shape 9"/>
          <p:cNvSpPr/>
          <p:nvPr/>
        </p:nvSpPr>
        <p:spPr>
          <a:xfrm>
            <a:off x="8366760" y="2270017"/>
            <a:ext cx="3200400" cy="777240"/>
          </a:xfrm>
          <a:prstGeom prst="roundRect">
            <a:avLst>
              <a:gd name="adj" fmla="val 15294"/>
            </a:avLst>
          </a:prstGeom>
          <a:solidFill>
            <a:srgbClr val="F0A32E"/>
          </a:solidFill>
          <a:ln/>
        </p:spPr>
      </p:sp>
      <p:sp>
        <p:nvSpPr>
          <p:cNvPr id="13" name="Text 10"/>
          <p:cNvSpPr/>
          <p:nvPr/>
        </p:nvSpPr>
        <p:spPr>
          <a:xfrm>
            <a:off x="8366760" y="2270017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Remove extras one by one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02920" y="3458737"/>
            <a:ext cx="11183112" cy="1417320"/>
          </a:xfrm>
          <a:prstGeom prst="roundRect">
            <a:avLst>
              <a:gd name="adj" fmla="val 5806"/>
            </a:avLst>
          </a:prstGeom>
          <a:solidFill>
            <a:srgbClr val="F4F7FB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2960" y="3623329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822960" y="3961657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A⁺ already gives all attributes, then AB, AC and ABC are only super keys — each fails the minimality test the moment you remove the extra letter and nothing breaks.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Thinking Tools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Super Keys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3538728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74520" y="1691640"/>
            <a:ext cx="777240" cy="77724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8" name="Image 1" descr="icons/cal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6602" y="1893722"/>
            <a:ext cx="373075" cy="3730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269748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4407408" y="1371600"/>
            <a:ext cx="3538728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779008" y="1691640"/>
            <a:ext cx="777240" cy="77724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3" name="Image 2" descr="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1090" y="1893722"/>
            <a:ext cx="373075" cy="3730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269748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 attributes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8311896" y="1371600"/>
            <a:ext cx="3538728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683496" y="1691640"/>
            <a:ext cx="777240" cy="777240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18" name="Image 3" descr="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5578" y="1893722"/>
            <a:ext cx="373075" cy="3730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86216" y="269748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Minimality</a:t>
            </a:r>
            <a:endParaRPr lang="en-US" dirty="0"/>
          </a:p>
        </p:txBody>
      </p:sp>
      <p:sp>
        <p:nvSpPr>
          <p:cNvPr id="22" name="Shape 16"/>
          <p:cNvSpPr/>
          <p:nvPr/>
        </p:nvSpPr>
        <p:spPr>
          <a:xfrm>
            <a:off x="777240" y="5084064"/>
            <a:ext cx="621792" cy="621792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23" name="Image 4" descr="icons/bul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906" y="5245730"/>
            <a:ext cx="298460" cy="2984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00200" y="4956048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order in exams: guess from must-have attributes first, run closure to confirm, then prune to minimal. This trims a 10-minute question to 3 minutes.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2: Closure First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Super Keys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633282"/>
            <a:ext cx="11183112" cy="731520"/>
          </a:xfrm>
          <a:prstGeom prst="roundRect">
            <a:avLst>
              <a:gd name="adj" fmla="val 11250"/>
            </a:avLst>
          </a:prstGeom>
          <a:solidFill>
            <a:srgbClr val="F4F7FB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63328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R(A, B, C, D, E)  with FDs:  A → C,   B → D,   CD → E.    Find (AB)⁺.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02920" y="2593402"/>
            <a:ext cx="69494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2703130"/>
            <a:ext cx="438912" cy="43891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27031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371600" y="259340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069080" y="259340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(AB)⁺ = {A, B}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502920" y="3370642"/>
            <a:ext cx="69494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49808" y="3480370"/>
            <a:ext cx="438912" cy="438912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" y="348037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371600" y="337064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C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069080" y="337064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(AB)⁺ = {A, B, C}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502920" y="4147882"/>
            <a:ext cx="69494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49808" y="4257610"/>
            <a:ext cx="438912" cy="438912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0" name="Text 17"/>
          <p:cNvSpPr/>
          <p:nvPr/>
        </p:nvSpPr>
        <p:spPr>
          <a:xfrm>
            <a:off x="749808" y="425761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371600" y="414788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→ D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069080" y="414788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(AB)⁺ = {A, B, C, D}</a:t>
            </a: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502920" y="4925122"/>
            <a:ext cx="69494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49808" y="5034850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2"/>
          <p:cNvSpPr/>
          <p:nvPr/>
        </p:nvSpPr>
        <p:spPr>
          <a:xfrm>
            <a:off x="749808" y="503485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1371600" y="492512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→ E  (C and D now in)</a:t>
            </a: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069080" y="492512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(AB)⁺ = {A, B, C, D, E} ✓</a:t>
            </a: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7726680" y="2593402"/>
            <a:ext cx="3959352" cy="2971800"/>
          </a:xfrm>
          <a:prstGeom prst="roundRect">
            <a:avLst>
              <a:gd name="adj" fmla="val 2769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9281160" y="2867722"/>
            <a:ext cx="685800" cy="68580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30" name="Image 1" descr="icons/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9468" y="3046030"/>
            <a:ext cx="329184" cy="329184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955280" y="373640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7955280" y="4147882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A⁺ = {A, C} and B⁺ = {B, D} are both incomplete — so AB is not just a super key, it is THE candidate key.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3: The Must-Have Attribute Trick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Super Keys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698331"/>
            <a:ext cx="11183112" cy="731520"/>
          </a:xfrm>
          <a:prstGeom prst="roundRect">
            <a:avLst>
              <a:gd name="adj" fmla="val 11250"/>
            </a:avLst>
          </a:prstGeom>
          <a:solidFill>
            <a:srgbClr val="F4F7FB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698331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R(A, B, C, D, E)  with FDs:  A → C,   C → A,   CE → B,   B → D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02920" y="2704171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FF8EA"/>
          </a:solidFill>
          <a:ln w="15875">
            <a:solidFill>
              <a:srgbClr val="F5D9A8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960203"/>
            <a:ext cx="603504" cy="603504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10" name="Image 1" descr="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51" y="3117114"/>
            <a:ext cx="289682" cy="2896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932771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it first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822960" y="3435691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never appears on ANY right-hand side — nothing can generate E. So E must be inside every candidate key.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6400800" y="2887051"/>
            <a:ext cx="5029200" cy="457200"/>
          </a:xfrm>
          <a:prstGeom prst="roundRect">
            <a:avLst>
              <a:gd name="adj" fmla="val 24000"/>
            </a:avLst>
          </a:prstGeom>
          <a:solidFill>
            <a:srgbClr val="F7F9FC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00800" y="2887051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(AE)⁺ = {A, C, E, B, D} ✓</a:t>
            </a: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6400800" y="3618571"/>
            <a:ext cx="5029200" cy="457200"/>
          </a:xfrm>
          <a:prstGeom prst="roundRect">
            <a:avLst>
              <a:gd name="adj" fmla="val 24000"/>
            </a:avLst>
          </a:prstGeom>
          <a:solidFill>
            <a:srgbClr val="F7F9FC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00800" y="3618571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(CE)⁺ = {C, E, A, B, D} ✓</a:t>
            </a:r>
            <a:endParaRPr lang="en-US" dirty="0"/>
          </a:p>
        </p:txBody>
      </p:sp>
      <p:sp>
        <p:nvSpPr>
          <p:cNvPr id="18" name="Shape 14"/>
          <p:cNvSpPr/>
          <p:nvPr/>
        </p:nvSpPr>
        <p:spPr>
          <a:xfrm>
            <a:off x="777240" y="4898731"/>
            <a:ext cx="585216" cy="58521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9" name="Image 2" descr="icons/ke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396" y="5050887"/>
            <a:ext cx="280904" cy="28090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4770715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candidate keys: AE and CE — because A and C determine each other (A → C, C → A), they are interchangeable partners for E.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4: Multiple Candidate Keys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Super Keys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2097916"/>
            <a:ext cx="11183112" cy="731520"/>
          </a:xfrm>
          <a:prstGeom prst="roundRect">
            <a:avLst>
              <a:gd name="adj" fmla="val 11250"/>
            </a:avLst>
          </a:prstGeom>
          <a:solidFill>
            <a:srgbClr val="F4F7FB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097916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R(A, B, C, D)  with FDs:  A → B,   C → D,   D → C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777240" y="3149476"/>
            <a:ext cx="5303520" cy="457200"/>
          </a:xfrm>
          <a:prstGeom prst="roundRect">
            <a:avLst>
              <a:gd name="adj" fmla="val 24000"/>
            </a:avLst>
          </a:prstGeom>
          <a:solidFill>
            <a:srgbClr val="F7F9FC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314947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(AC)⁺ = {A, B, C, D} ✓  candidate key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6355080" y="3149476"/>
            <a:ext cx="5303520" cy="457200"/>
          </a:xfrm>
          <a:prstGeom prst="roundRect">
            <a:avLst>
              <a:gd name="adj" fmla="val 24000"/>
            </a:avLst>
          </a:prstGeom>
          <a:solidFill>
            <a:srgbClr val="F7F9FC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55080" y="314947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(AD)⁺ = {A, B, D, C} ✓  candidate key</a:t>
            </a: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502920" y="4171671"/>
            <a:ext cx="11183112" cy="777240"/>
          </a:xfrm>
          <a:prstGeom prst="roundRect">
            <a:avLst>
              <a:gd name="adj" fmla="val 10588"/>
            </a:avLst>
          </a:prstGeom>
          <a:solidFill>
            <a:srgbClr val="FBF1F2"/>
          </a:solidFill>
          <a:ln w="15875">
            <a:solidFill>
              <a:srgbClr val="E8C6CB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22960" y="4171671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bigger set containing AC or AD (e.g. ABC, ACD) is only a super key — minimality already achieved at two attributes.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822960" y="5131791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twin: a bank account is reachable by {IFSC + AccountNo} or {UPI handle} — multiple candidate keys, one row. The DBA picks one as primary; the rest stay UNIQUE.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Shortcuts and Common Patterns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Super Keys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144811"/>
              </p:ext>
            </p:extLst>
          </p:nvPr>
        </p:nvGraphicFramePr>
        <p:xfrm>
          <a:off x="777240" y="1554480"/>
          <a:ext cx="10058400" cy="283464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Pattern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Meaning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Use in </a:t>
                      </a:r>
                      <a:r>
                        <a:rPr lang="en-US" sz="16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numericals</a:t>
                      </a:r>
                      <a:endParaRPr lang="en-US" sz="16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Attribute never on RHS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Must be in every key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Start your guess from these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Closure reaches all </a:t>
                      </a:r>
                      <a:r>
                        <a:rPr lang="en-US" sz="1600" b="1" dirty="0" err="1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attrs</a:t>
                      </a:r>
                      <a:endParaRPr lang="en-US" sz="16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It is a super key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Then test minimality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 proper subset also works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Not minimal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So not a candidate key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X → Y and Y → X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Interchangeable partners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Expect multiple candidate keys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5: The Long Chain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Super Keys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280160"/>
            <a:ext cx="11183112" cy="731520"/>
          </a:xfrm>
          <a:prstGeom prst="roundRect">
            <a:avLst>
              <a:gd name="adj" fmla="val 11250"/>
            </a:avLst>
          </a:prstGeom>
          <a:solidFill>
            <a:srgbClr val="F4F7FB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280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R(A, B, C, D, E, F)  with FDs:  A → C,   B → D,   CD → E,   E → F.    Find (AB)⁺.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02920" y="2240280"/>
            <a:ext cx="694944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2331720"/>
            <a:ext cx="420624" cy="42062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2331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371600" y="224028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657600" y="224028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(AB)⁺ = {A, B}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502920" y="2953512"/>
            <a:ext cx="694944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49808" y="3044952"/>
            <a:ext cx="420624" cy="42062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" y="3044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371600" y="295351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C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657600" y="295351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(AB)⁺ = {A, B, C}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502920" y="3666744"/>
            <a:ext cx="694944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49808" y="3758184"/>
            <a:ext cx="420624" cy="42062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0" name="Text 17"/>
          <p:cNvSpPr/>
          <p:nvPr/>
        </p:nvSpPr>
        <p:spPr>
          <a:xfrm>
            <a:off x="749808" y="3758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371600" y="366674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→ D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657600" y="366674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(AB)⁺ = {A, B, C, D}</a:t>
            </a: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502920" y="4379976"/>
            <a:ext cx="694944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49808" y="4471416"/>
            <a:ext cx="420624" cy="42062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5" name="Text 22"/>
          <p:cNvSpPr/>
          <p:nvPr/>
        </p:nvSpPr>
        <p:spPr>
          <a:xfrm>
            <a:off x="749808" y="4471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1371600" y="4379976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→ E</a:t>
            </a: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3657600" y="4379976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(AB)⁺ = {A, B, C, D, E}</a:t>
            </a: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502920" y="5093208"/>
            <a:ext cx="694944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49808" y="5184648"/>
            <a:ext cx="420624" cy="42062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0" name="Text 27"/>
          <p:cNvSpPr/>
          <p:nvPr/>
        </p:nvSpPr>
        <p:spPr>
          <a:xfrm>
            <a:off x="749808" y="5184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1371600" y="509320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→ F</a:t>
            </a: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3657600" y="5093208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(AB)⁺ = {A, B, C, D, E, F} ✓</a:t>
            </a: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7726680" y="2240280"/>
            <a:ext cx="3959352" cy="3566160"/>
          </a:xfrm>
          <a:prstGeom prst="roundRect">
            <a:avLst>
              <a:gd name="adj" fmla="val 2308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9281160" y="2560320"/>
            <a:ext cx="713232" cy="713232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35" name="Image 1" descr="icons/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600" y="2745760"/>
            <a:ext cx="342351" cy="342351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7955280" y="34747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is a candidate key</a:t>
            </a: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7955280" y="39319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A nor B alone determines the relation. The chain A,B → C,D → E → F cascades like a domino run.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Super Keys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11183112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69164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R(A, B, C, D, E) with FDs: A → C, B → D, CD → E. Find the candidate key.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02920" y="3474720"/>
            <a:ext cx="11183112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370332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2E7D5B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22960" y="4297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R(A, B, C, D) with FDs: A → B, C → D, D → C. List ALL candidate keys and one super key that is not a candidate key.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02920" y="55778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first (3 min), then compare with your neighbour. Answers next slide.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Practice: Expected Answers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Super Keys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691640"/>
            <a:ext cx="603504" cy="60350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8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51" y="1848551"/>
            <a:ext cx="289682" cy="2896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55448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1: </a:t>
            </a: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— because (AB)⁺ = {A, B, C, D, E} and neither A nor B works alone.</a:t>
            </a: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502920" y="283464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77240" y="3108960"/>
            <a:ext cx="603504" cy="60350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2" name="Image 2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51" y="3265871"/>
            <a:ext cx="289682" cy="28968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297180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2: </a:t>
            </a: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keys = AC and AD;  ABC is a super key but not a candidate key.</a:t>
            </a:r>
            <a:endParaRPr lang="en-US" dirty="0"/>
          </a:p>
        </p:txBody>
      </p:sp>
      <p:sp>
        <p:nvSpPr>
          <p:cNvPr id="15" name="Shape 10"/>
          <p:cNvSpPr/>
          <p:nvPr/>
        </p:nvSpPr>
        <p:spPr>
          <a:xfrm>
            <a:off x="777240" y="4663440"/>
            <a:ext cx="621792" cy="621792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16" name="Image 3" descr="icons/ques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906" y="4825106"/>
            <a:ext cx="298460" cy="2984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4617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1600200" y="50292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R(P, Q, R, S), given P → Q and Q → R — is PS a candidate key? Compute (PS)⁺ before answering, and say WHY S had to be there.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Quiz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Super Keys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60934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609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600200" y="146304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a super key and a candidate key?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02920" y="2532888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2724912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724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600200" y="2578608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X⁺ contains all attributes, what do we know first?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02920" y="3648456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" y="3840480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840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600200" y="3694176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an attribute absent from every RHS appear in every candidate key?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502920" y="4764024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77240" y="4956048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4956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600200" y="4809744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AC is a candidate key, is ABC also a key? Is it a candidate?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Quiz: Answers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Super Keys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426285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682317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600200" y="1499437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candidate key is a MINIMAL super key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172200" y="1426285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1682317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269480" y="1499437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is a super key (minimality still untested)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02920" y="2660725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7240" y="2916757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600200" y="2733877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attribute can ever derive it</a:t>
            </a: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6172200" y="2660725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46520" y="2916757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269480" y="2733877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is a super key — but NOT a candidate</a:t>
            </a: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777240" y="4535245"/>
            <a:ext cx="658368" cy="658368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20" name="Image 1" descr="icons/ti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416" y="4706421"/>
            <a:ext cx="316017" cy="31601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645920" y="4489525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1645920" y="4946725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 your own numerical: write a relation, 3 FDs, the closure table, the minimality test and the final candidate key — the full 5-step exam format.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The 6-Step Recipe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Super Keys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58952" y="1627632"/>
            <a:ext cx="585216" cy="585216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8" name="Text 5"/>
          <p:cNvSpPr/>
          <p:nvPr/>
        </p:nvSpPr>
        <p:spPr>
          <a:xfrm>
            <a:off x="758952" y="1627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554480" y="1399032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attributes and FDs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6172200" y="1325880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28232" y="1627632"/>
            <a:ext cx="585216" cy="585216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2" name="Text 9"/>
          <p:cNvSpPr/>
          <p:nvPr/>
        </p:nvSpPr>
        <p:spPr>
          <a:xfrm>
            <a:off x="6428232" y="1627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223760" y="1399032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attributes that never appear on any RHS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02920" y="2697480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58952" y="2999232"/>
            <a:ext cx="585216" cy="585216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6" name="Text 13"/>
          <p:cNvSpPr/>
          <p:nvPr/>
        </p:nvSpPr>
        <p:spPr>
          <a:xfrm>
            <a:off x="758952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554480" y="2770632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closure with those must-have attributes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6172200" y="2697480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28232" y="2999232"/>
            <a:ext cx="585216" cy="585216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0" name="Text 17"/>
          <p:cNvSpPr/>
          <p:nvPr/>
        </p:nvSpPr>
        <p:spPr>
          <a:xfrm>
            <a:off x="6428232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7223760" y="2770632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attributes only if the closure is incomplete</a:t>
            </a: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502920" y="4069080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58952" y="4370832"/>
            <a:ext cx="585216" cy="585216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4" name="Text 21"/>
          <p:cNvSpPr/>
          <p:nvPr/>
        </p:nvSpPr>
        <p:spPr>
          <a:xfrm>
            <a:off x="75895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1554480" y="4142232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closure covers everything, remove extras one by one</a:t>
            </a: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6172200" y="4069080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428232" y="4370832"/>
            <a:ext cx="585216" cy="585216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8" name="Text 25"/>
          <p:cNvSpPr/>
          <p:nvPr/>
        </p:nvSpPr>
        <p:spPr>
          <a:xfrm>
            <a:off x="6428232" y="4370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7223760" y="4142232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super key = candidate key; any superset = super key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60AA"/>
          </a:solidFill>
          <a:ln/>
        </p:spPr>
      </p:sp>
      <p:pic>
        <p:nvPicPr>
          <p:cNvPr id="3" name="Image 0" descr="assets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237744"/>
            <a:ext cx="1737360" cy="250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548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 — Text Books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841248" y="187452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874520"/>
            <a:ext cx="109728" cy="9144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5"/>
          <p:cNvSpPr/>
          <p:nvPr/>
        </p:nvSpPr>
        <p:spPr>
          <a:xfrm>
            <a:off x="1207008" y="196596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System Concepts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207008" y="227685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Silberschatz, H. F. Korth, S. Sudarshan  ·  McGraw-Hill</a:t>
            </a:r>
            <a:endParaRPr lang="en-US" sz="1200" dirty="0"/>
          </a:p>
        </p:txBody>
      </p:sp>
      <p:sp>
        <p:nvSpPr>
          <p:cNvPr id="10" name="Text 7">
            <a:hlinkClick r:id="rId4"/>
          </p:cNvPr>
          <p:cNvSpPr/>
          <p:nvPr/>
        </p:nvSpPr>
        <p:spPr>
          <a:xfrm>
            <a:off x="1207008" y="251460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u="sng" dirty="0">
                <a:solidFill>
                  <a:srgbClr val="15608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https://www.db-book.com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842248" y="2093976"/>
            <a:ext cx="2148840" cy="475488"/>
          </a:xfrm>
          <a:prstGeom prst="roundRect">
            <a:avLst>
              <a:gd name="adj" fmla="val 23077"/>
            </a:avLst>
          </a:prstGeom>
          <a:solidFill>
            <a:srgbClr val="E8F2F8"/>
          </a:solidFill>
          <a:ln/>
        </p:spPr>
      </p:sp>
      <p:sp>
        <p:nvSpPr>
          <p:cNvPr id="12" name="Text 9"/>
          <p:cNvSpPr/>
          <p:nvPr/>
        </p:nvSpPr>
        <p:spPr>
          <a:xfrm>
            <a:off x="8842248" y="209397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7th Ed.  2019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41248" y="2907792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1248" y="2907792"/>
            <a:ext cx="109728" cy="914400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15" name="Text 12"/>
          <p:cNvSpPr/>
          <p:nvPr/>
        </p:nvSpPr>
        <p:spPr>
          <a:xfrm>
            <a:off x="1207008" y="299923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Fundamentals of Database Systems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207008" y="331012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R. Elmasri, S. B. Navathe  ·  Pearson</a:t>
            </a:r>
            <a:endParaRPr lang="en-US" sz="1200" dirty="0"/>
          </a:p>
        </p:txBody>
      </p:sp>
      <p:sp>
        <p:nvSpPr>
          <p:cNvPr id="17" name="Text 14">
            <a:hlinkClick r:id="rId5"/>
          </p:cNvPr>
          <p:cNvSpPr/>
          <p:nvPr/>
        </p:nvSpPr>
        <p:spPr>
          <a:xfrm>
            <a:off x="1207008" y="3547872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u="sng" dirty="0">
                <a:solidFill>
                  <a:srgbClr val="E9713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https://www.pearson.com/en-us/subject-catalog/p/fundamentals-of-database-systems/P200000003546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842248" y="3127248"/>
            <a:ext cx="2148840" cy="475488"/>
          </a:xfrm>
          <a:prstGeom prst="roundRect">
            <a:avLst>
              <a:gd name="adj" fmla="val 23077"/>
            </a:avLst>
          </a:prstGeom>
          <a:solidFill>
            <a:srgbClr val="E8F2F8"/>
          </a:solidFill>
          <a:ln/>
        </p:spPr>
      </p:sp>
      <p:sp>
        <p:nvSpPr>
          <p:cNvPr id="19" name="Text 16"/>
          <p:cNvSpPr/>
          <p:nvPr/>
        </p:nvSpPr>
        <p:spPr>
          <a:xfrm>
            <a:off x="8842248" y="312724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7th Ed.  2016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41248" y="3941064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41248" y="3941064"/>
            <a:ext cx="109728" cy="914400"/>
          </a:xfrm>
          <a:prstGeom prst="rect">
            <a:avLst/>
          </a:prstGeom>
          <a:solidFill>
            <a:srgbClr val="196B24"/>
          </a:solidFill>
          <a:ln/>
        </p:spPr>
      </p:sp>
      <p:sp>
        <p:nvSpPr>
          <p:cNvPr id="22" name="Text 19"/>
          <p:cNvSpPr/>
          <p:nvPr/>
        </p:nvSpPr>
        <p:spPr>
          <a:xfrm>
            <a:off x="1207008" y="4032504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Management Systems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1207008" y="434340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R. Ramakrishnan, J. Gehrke  ·  McGraw-Hill</a:t>
            </a:r>
            <a:endParaRPr lang="en-US" sz="1200" dirty="0"/>
          </a:p>
        </p:txBody>
      </p:sp>
      <p:sp>
        <p:nvSpPr>
          <p:cNvPr id="24" name="Text 21">
            <a:hlinkClick r:id="rId6"/>
          </p:cNvPr>
          <p:cNvSpPr/>
          <p:nvPr/>
        </p:nvSpPr>
        <p:spPr>
          <a:xfrm>
            <a:off x="1207008" y="4581144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u="sng" dirty="0">
                <a:solidFill>
                  <a:srgbClr val="196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https://pages.cs.wisc.edu/~dbbook/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842248" y="4160520"/>
            <a:ext cx="2148840" cy="475488"/>
          </a:xfrm>
          <a:prstGeom prst="roundRect">
            <a:avLst>
              <a:gd name="adj" fmla="val 23077"/>
            </a:avLst>
          </a:prstGeom>
          <a:solidFill>
            <a:srgbClr val="E8F2F8"/>
          </a:solidFill>
          <a:ln/>
        </p:spPr>
      </p:sp>
      <p:sp>
        <p:nvSpPr>
          <p:cNvPr id="26" name="Text 23"/>
          <p:cNvSpPr/>
          <p:nvPr/>
        </p:nvSpPr>
        <p:spPr>
          <a:xfrm>
            <a:off x="8842248" y="416052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3rd Ed.  2003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841248" y="4974336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41248" y="4974336"/>
            <a:ext cx="109728" cy="914400"/>
          </a:xfrm>
          <a:prstGeom prst="rect">
            <a:avLst/>
          </a:prstGeom>
          <a:solidFill>
            <a:srgbClr val="A02B93"/>
          </a:solidFill>
          <a:ln/>
        </p:spPr>
      </p:sp>
      <p:sp>
        <p:nvSpPr>
          <p:cNvPr id="29" name="Text 26"/>
          <p:cNvSpPr/>
          <p:nvPr/>
        </p:nvSpPr>
        <p:spPr>
          <a:xfrm>
            <a:off x="1207008" y="506577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Introduction to Database Systems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1207008" y="53766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J. Date  ·  Pearson</a:t>
            </a:r>
            <a:endParaRPr lang="en-US" sz="1200" dirty="0"/>
          </a:p>
        </p:txBody>
      </p:sp>
      <p:sp>
        <p:nvSpPr>
          <p:cNvPr id="31" name="Text 28">
            <a:hlinkClick r:id="rId7"/>
          </p:cNvPr>
          <p:cNvSpPr/>
          <p:nvPr/>
        </p:nvSpPr>
        <p:spPr>
          <a:xfrm>
            <a:off x="1207008" y="5614416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u="sng" dirty="0">
                <a:solidFill>
                  <a:srgbClr val="A02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https://www.pearson.com/en-us/subject-catalog/p/introduction-to-database-systems-an/P200000003398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842248" y="5193792"/>
            <a:ext cx="2148840" cy="475488"/>
          </a:xfrm>
          <a:prstGeom prst="roundRect">
            <a:avLst>
              <a:gd name="adj" fmla="val 23077"/>
            </a:avLst>
          </a:prstGeom>
          <a:solidFill>
            <a:srgbClr val="E8F2F8"/>
          </a:solidFill>
          <a:ln/>
        </p:spPr>
      </p:sp>
      <p:sp>
        <p:nvSpPr>
          <p:cNvPr id="33" name="Text 30"/>
          <p:cNvSpPr/>
          <p:nvPr/>
        </p:nvSpPr>
        <p:spPr>
          <a:xfrm>
            <a:off x="8842248" y="519379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8th Ed.  2003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8686299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468880"/>
            <a:ext cx="9628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>
              <a:solidFill>
                <a:schemeClr val="accent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737360" y="370332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closure first, minimality next, then classify candidate key vs super key.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737360" y="6126480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Super Keys | Database Management Systems | K. R. Mangalam University</a:t>
            </a:r>
            <a:endParaRPr lang="en-US" sz="12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3014</Words>
  <Application>Microsoft Office PowerPoint</Application>
  <PresentationFormat>Widescreen</PresentationFormat>
  <Paragraphs>406</Paragraphs>
  <Slides>27</Slides>
  <Notes>27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Mansi Kajal-Assistant Professor SOET</cp:lastModifiedBy>
  <cp:revision>52</cp:revision>
  <dcterms:created xsi:type="dcterms:W3CDTF">2026-07-19T11:45:06Z</dcterms:created>
  <dcterms:modified xsi:type="dcterms:W3CDTF">2026-08-01T19:08:59Z</dcterms:modified>
</cp:coreProperties>
</file>