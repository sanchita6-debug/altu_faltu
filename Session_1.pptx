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917" r:id="rId2"/>
    <p:sldId id="59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DA84A0-0061-CC65-26AC-3EE2E733EB1C}" v="2" dt="2026-08-05T04:10:33.762"/>
    <p1510:client id="{FEAE09E4-1332-361F-AE04-34914C24F182}" v="14" dt="2026-08-04T04:17:26.1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Reenu-Assistant Professor SOET" userId="S::reenu@krmangalam.edu.in::78b23ad6-b210-4206-8d45-c661e2dcb0d2" providerId="AD" clId="Web-{0EDA84A0-0061-CC65-26AC-3EE2E733EB1C}"/>
    <pc:docChg chg="modSld">
      <pc:chgData name="Dr. Reenu-Assistant Professor SOET" userId="S::reenu@krmangalam.edu.in::78b23ad6-b210-4206-8d45-c661e2dcb0d2" providerId="AD" clId="Web-{0EDA84A0-0061-CC65-26AC-3EE2E733EB1C}" dt="2026-08-05T04:10:33.762" v="1" actId="1076"/>
      <pc:docMkLst>
        <pc:docMk/>
      </pc:docMkLst>
      <pc:sldChg chg="modSp">
        <pc:chgData name="Dr. Reenu-Assistant Professor SOET" userId="S::reenu@krmangalam.edu.in::78b23ad6-b210-4206-8d45-c661e2dcb0d2" providerId="AD" clId="Web-{0EDA84A0-0061-CC65-26AC-3EE2E733EB1C}" dt="2026-08-05T04:02:50.843" v="0" actId="1076"/>
        <pc:sldMkLst>
          <pc:docMk/>
          <pc:sldMk cId="0" sldId="269"/>
        </pc:sldMkLst>
        <pc:picChg chg="mod">
          <ac:chgData name="Dr. Reenu-Assistant Professor SOET" userId="S::reenu@krmangalam.edu.in::78b23ad6-b210-4206-8d45-c661e2dcb0d2" providerId="AD" clId="Web-{0EDA84A0-0061-CC65-26AC-3EE2E733EB1C}" dt="2026-08-05T04:02:50.843" v="0" actId="1076"/>
          <ac:picMkLst>
            <pc:docMk/>
            <pc:sldMk cId="0" sldId="269"/>
            <ac:picMk id="14" creationId="{00000000-0000-0000-0000-000000000000}"/>
          </ac:picMkLst>
        </pc:picChg>
      </pc:sldChg>
      <pc:sldChg chg="modSp">
        <pc:chgData name="Dr. Reenu-Assistant Professor SOET" userId="S::reenu@krmangalam.edu.in::78b23ad6-b210-4206-8d45-c661e2dcb0d2" providerId="AD" clId="Web-{0EDA84A0-0061-CC65-26AC-3EE2E733EB1C}" dt="2026-08-05T04:10:33.762" v="1" actId="1076"/>
        <pc:sldMkLst>
          <pc:docMk/>
          <pc:sldMk cId="0" sldId="272"/>
        </pc:sldMkLst>
        <pc:spChg chg="mod">
          <ac:chgData name="Dr. Reenu-Assistant Professor SOET" userId="S::reenu@krmangalam.edu.in::78b23ad6-b210-4206-8d45-c661e2dcb0d2" providerId="AD" clId="Web-{0EDA84A0-0061-CC65-26AC-3EE2E733EB1C}" dt="2026-08-05T04:10:33.762" v="1" actId="1076"/>
          <ac:spMkLst>
            <pc:docMk/>
            <pc:sldMk cId="0" sldId="272"/>
            <ac:spMk id="6" creationId="{00000000-0000-0000-0000-000000000000}"/>
          </ac:spMkLst>
        </pc:spChg>
      </pc:sldChg>
    </pc:docChg>
  </pc:docChgLst>
  <pc:docChgLst>
    <pc:chgData clId="Web-{00427B2E-D117-0C4E-5E72-83762B5E840D}"/>
    <pc:docChg chg="modSld">
      <pc:chgData name="" userId="" providerId="" clId="Web-{00427B2E-D117-0C4E-5E72-83762B5E840D}" dt="2026-07-22T06:12:17.358" v="0" actId="20577"/>
      <pc:docMkLst>
        <pc:docMk/>
      </pc:docMkLst>
      <pc:sldChg chg="modSp">
        <pc:chgData name="" userId="" providerId="" clId="Web-{00427B2E-D117-0C4E-5E72-83762B5E840D}" dt="2026-07-22T06:12:17.358" v="0" actId="20577"/>
        <pc:sldMkLst>
          <pc:docMk/>
          <pc:sldMk cId="74535566" sldId="917"/>
        </pc:sldMkLst>
        <pc:spChg chg="mod">
          <ac:chgData name="" userId="" providerId="" clId="Web-{00427B2E-D117-0C4E-5E72-83762B5E840D}" dt="2026-07-22T06:12:17.358" v="0" actId="20577"/>
          <ac:spMkLst>
            <pc:docMk/>
            <pc:sldMk cId="74535566" sldId="917"/>
            <ac:spMk id="3" creationId="{0A7DA37A-11B2-EE8B-F6D4-23A07A6F9262}"/>
          </ac:spMkLst>
        </pc:spChg>
      </pc:sldChg>
    </pc:docChg>
  </pc:docChgLst>
  <pc:docChgLst>
    <pc:chgData name="Mansi Kajal-Assistant Professor SOET" userId="S::mansi.kajal@krmangalam.edu.in::3c99de1c-7603-4b32-be41-7faffefca8f3" providerId="AD" clId="Web-{9A910DF2-204F-2778-923B-C517A4A6169A}"/>
    <pc:docChg chg="addSld delSld modSld">
      <pc:chgData name="Mansi Kajal-Assistant Professor SOET" userId="S::mansi.kajal@krmangalam.edu.in::3c99de1c-7603-4b32-be41-7faffefca8f3" providerId="AD" clId="Web-{9A910DF2-204F-2778-923B-C517A4A6169A}" dt="2026-08-01T18:38:43.732" v="11"/>
      <pc:docMkLst>
        <pc:docMk/>
      </pc:docMkLst>
      <pc:sldChg chg="modSp">
        <pc:chgData name="Mansi Kajal-Assistant Professor SOET" userId="S::mansi.kajal@krmangalam.edu.in::3c99de1c-7603-4b32-be41-7faffefca8f3" providerId="AD" clId="Web-{9A910DF2-204F-2778-923B-C517A4A6169A}" dt="2026-08-01T18:38:32.857" v="10" actId="14100"/>
        <pc:sldMkLst>
          <pc:docMk/>
          <pc:sldMk cId="0" sldId="276"/>
        </pc:sldMkLst>
        <pc:spChg chg="mod">
          <ac:chgData name="Mansi Kajal-Assistant Professor SOET" userId="S::mansi.kajal@krmangalam.edu.in::3c99de1c-7603-4b32-be41-7faffefca8f3" providerId="AD" clId="Web-{9A910DF2-204F-2778-923B-C517A4A6169A}" dt="2026-08-01T18:38:32.857" v="10" actId="14100"/>
          <ac:spMkLst>
            <pc:docMk/>
            <pc:sldMk cId="0" sldId="276"/>
            <ac:spMk id="5" creationId="{00000000-0000-0000-0000-000000000000}"/>
          </ac:spMkLst>
        </pc:spChg>
      </pc:sldChg>
      <pc:sldChg chg="addSp delSp modSp add del">
        <pc:chgData name="Mansi Kajal-Assistant Professor SOET" userId="S::mansi.kajal@krmangalam.edu.in::3c99de1c-7603-4b32-be41-7faffefca8f3" providerId="AD" clId="Web-{9A910DF2-204F-2778-923B-C517A4A6169A}" dt="2026-08-01T18:38:22.184" v="9"/>
        <pc:sldMkLst>
          <pc:docMk/>
          <pc:sldMk cId="3024862638" sldId="277"/>
        </pc:sldMkLst>
        <pc:spChg chg="add">
          <ac:chgData name="Mansi Kajal-Assistant Professor SOET" userId="S::mansi.kajal@krmangalam.edu.in::3c99de1c-7603-4b32-be41-7faffefca8f3" providerId="AD" clId="Web-{9A910DF2-204F-2778-923B-C517A4A6169A}" dt="2026-08-01T18:36:40.774" v="2"/>
          <ac:spMkLst>
            <pc:docMk/>
            <pc:sldMk cId="3024862638" sldId="277"/>
            <ac:spMk id="18" creationId="{F52E1FA3-52F3-CD86-9B26-5D53F3F0B3C3}"/>
          </ac:spMkLst>
        </pc:spChg>
      </pc:sldChg>
    </pc:docChg>
  </pc:docChgLst>
  <pc:docChgLst>
    <pc:chgData name="Mansi Kajal-Assistant Professor SOET" userId="S::mansi.kajal@krmangalam.edu.in::3c99de1c-7603-4b32-be41-7faffefca8f3" providerId="AD" clId="Web-{08AD4D1F-B6ED-0CDE-2D25-91F612C99C71}"/>
    <pc:docChg chg="addSld modSld">
      <pc:chgData name="Mansi Kajal-Assistant Professor SOET" userId="S::mansi.kajal@krmangalam.edu.in::3c99de1c-7603-4b32-be41-7faffefca8f3" providerId="AD" clId="Web-{08AD4D1F-B6ED-0CDE-2D25-91F612C99C71}" dt="2026-08-01T18:33:34.208" v="82"/>
      <pc:docMkLst>
        <pc:docMk/>
      </pc:docMkLst>
      <pc:sldChg chg="delSp modSp">
        <pc:chgData name="Mansi Kajal-Assistant Professor SOET" userId="S::mansi.kajal@krmangalam.edu.in::3c99de1c-7603-4b32-be41-7faffefca8f3" providerId="AD" clId="Web-{08AD4D1F-B6ED-0CDE-2D25-91F612C99C71}" dt="2026-08-01T18:19:45.329" v="8"/>
        <pc:sldMkLst>
          <pc:docMk/>
          <pc:sldMk cId="0" sldId="258"/>
        </pc:sldMkLst>
      </pc:sldChg>
      <pc:sldChg chg="modSp">
        <pc:chgData name="Mansi Kajal-Assistant Professor SOET" userId="S::mansi.kajal@krmangalam.edu.in::3c99de1c-7603-4b32-be41-7faffefca8f3" providerId="AD" clId="Web-{08AD4D1F-B6ED-0CDE-2D25-91F612C99C71}" dt="2026-08-01T18:19:57.407" v="12" actId="20577"/>
        <pc:sldMkLst>
          <pc:docMk/>
          <pc:sldMk cId="0" sldId="259"/>
        </pc:sldMkLst>
        <pc:spChg chg="mod">
          <ac:chgData name="Mansi Kajal-Assistant Professor SOET" userId="S::mansi.kajal@krmangalam.edu.in::3c99de1c-7603-4b32-be41-7faffefca8f3" providerId="AD" clId="Web-{08AD4D1F-B6ED-0CDE-2D25-91F612C99C71}" dt="2026-08-01T18:19:57.407" v="12" actId="20577"/>
          <ac:spMkLst>
            <pc:docMk/>
            <pc:sldMk cId="0" sldId="259"/>
            <ac:spMk id="3" creationId="{00000000-0000-0000-0000-000000000000}"/>
          </ac:spMkLst>
        </pc:spChg>
      </pc:sldChg>
      <pc:sldChg chg="delSp modSp">
        <pc:chgData name="Mansi Kajal-Assistant Professor SOET" userId="S::mansi.kajal@krmangalam.edu.in::3c99de1c-7603-4b32-be41-7faffefca8f3" providerId="AD" clId="Web-{08AD4D1F-B6ED-0CDE-2D25-91F612C99C71}" dt="2026-08-01T18:20:41.690" v="14" actId="20577"/>
        <pc:sldMkLst>
          <pc:docMk/>
          <pc:sldMk cId="0" sldId="260"/>
        </pc:sldMkLst>
        <pc:spChg chg="mod">
          <ac:chgData name="Mansi Kajal-Assistant Professor SOET" userId="S::mansi.kajal@krmangalam.edu.in::3c99de1c-7603-4b32-be41-7faffefca8f3" providerId="AD" clId="Web-{08AD4D1F-B6ED-0CDE-2D25-91F612C99C71}" dt="2026-08-01T18:20:41.690" v="14" actId="20577"/>
          <ac:spMkLst>
            <pc:docMk/>
            <pc:sldMk cId="0" sldId="260"/>
            <ac:spMk id="44" creationId="{00000000-0000-0000-0000-000000000000}"/>
          </ac:spMkLst>
        </pc:spChg>
      </pc:sldChg>
      <pc:sldChg chg="delSp">
        <pc:chgData name="Mansi Kajal-Assistant Professor SOET" userId="S::mansi.kajal@krmangalam.edu.in::3c99de1c-7603-4b32-be41-7faffefca8f3" providerId="AD" clId="Web-{08AD4D1F-B6ED-0CDE-2D25-91F612C99C71}" dt="2026-08-01T18:20:59.599" v="15"/>
        <pc:sldMkLst>
          <pc:docMk/>
          <pc:sldMk cId="0" sldId="261"/>
        </pc:sldMkLst>
      </pc:sldChg>
      <pc:sldChg chg="delSp modSp">
        <pc:chgData name="Mansi Kajal-Assistant Professor SOET" userId="S::mansi.kajal@krmangalam.edu.in::3c99de1c-7603-4b32-be41-7faffefca8f3" providerId="AD" clId="Web-{08AD4D1F-B6ED-0CDE-2D25-91F612C99C71}" dt="2026-08-01T18:21:37.975" v="19"/>
        <pc:sldMkLst>
          <pc:docMk/>
          <pc:sldMk cId="0" sldId="262"/>
        </pc:sldMkLst>
        <pc:spChg chg="mod">
          <ac:chgData name="Mansi Kajal-Assistant Professor SOET" userId="S::mansi.kajal@krmangalam.edu.in::3c99de1c-7603-4b32-be41-7faffefca8f3" providerId="AD" clId="Web-{08AD4D1F-B6ED-0CDE-2D25-91F612C99C71}" dt="2026-08-01T18:21:13.740" v="17" actId="20577"/>
          <ac:spMkLst>
            <pc:docMk/>
            <pc:sldMk cId="0" sldId="262"/>
            <ac:spMk id="43" creationId="{00000000-0000-0000-0000-000000000000}"/>
          </ac:spMkLst>
        </pc:spChg>
      </pc:sldChg>
      <pc:sldChg chg="delSp modSp">
        <pc:chgData name="Mansi Kajal-Assistant Professor SOET" userId="S::mansi.kajal@krmangalam.edu.in::3c99de1c-7603-4b32-be41-7faffefca8f3" providerId="AD" clId="Web-{08AD4D1F-B6ED-0CDE-2D25-91F612C99C71}" dt="2026-08-01T18:22:08.008" v="23"/>
        <pc:sldMkLst>
          <pc:docMk/>
          <pc:sldMk cId="0" sldId="263"/>
        </pc:sldMkLst>
        <pc:spChg chg="mod">
          <ac:chgData name="Mansi Kajal-Assistant Professor SOET" userId="S::mansi.kajal@krmangalam.edu.in::3c99de1c-7603-4b32-be41-7faffefca8f3" providerId="AD" clId="Web-{08AD4D1F-B6ED-0CDE-2D25-91F612C99C71}" dt="2026-08-01T18:22:04.101" v="21" actId="20577"/>
          <ac:spMkLst>
            <pc:docMk/>
            <pc:sldMk cId="0" sldId="263"/>
            <ac:spMk id="55" creationId="{00000000-0000-0000-0000-000000000000}"/>
          </ac:spMkLst>
        </pc:spChg>
      </pc:sldChg>
      <pc:sldChg chg="delSp">
        <pc:chgData name="Mansi Kajal-Assistant Professor SOET" userId="S::mansi.kajal@krmangalam.edu.in::3c99de1c-7603-4b32-be41-7faffefca8f3" providerId="AD" clId="Web-{08AD4D1F-B6ED-0CDE-2D25-91F612C99C71}" dt="2026-08-01T18:22:58.525" v="29"/>
        <pc:sldMkLst>
          <pc:docMk/>
          <pc:sldMk cId="0" sldId="264"/>
        </pc:sldMkLst>
      </pc:sldChg>
      <pc:sldChg chg="delSp modSp">
        <pc:chgData name="Mansi Kajal-Assistant Professor SOET" userId="S::mansi.kajal@krmangalam.edu.in::3c99de1c-7603-4b32-be41-7faffefca8f3" providerId="AD" clId="Web-{08AD4D1F-B6ED-0CDE-2D25-91F612C99C71}" dt="2026-08-01T18:23:45.371" v="37"/>
        <pc:sldMkLst>
          <pc:docMk/>
          <pc:sldMk cId="0" sldId="265"/>
        </pc:sldMkLst>
        <pc:spChg chg="mod">
          <ac:chgData name="Mansi Kajal-Assistant Professor SOET" userId="S::mansi.kajal@krmangalam.edu.in::3c99de1c-7603-4b32-be41-7faffefca8f3" providerId="AD" clId="Web-{08AD4D1F-B6ED-0CDE-2D25-91F612C99C71}" dt="2026-08-01T18:23:31.886" v="34" actId="14100"/>
          <ac:spMkLst>
            <pc:docMk/>
            <pc:sldMk cId="0" sldId="265"/>
            <ac:spMk id="5" creationId="{00000000-0000-0000-0000-000000000000}"/>
          </ac:spMkLst>
        </pc:spChg>
        <pc:spChg chg="mod">
          <ac:chgData name="Mansi Kajal-Assistant Professor SOET" userId="S::mansi.kajal@krmangalam.edu.in::3c99de1c-7603-4b32-be41-7faffefca8f3" providerId="AD" clId="Web-{08AD4D1F-B6ED-0CDE-2D25-91F612C99C71}" dt="2026-08-01T18:23:35.230" v="35" actId="14100"/>
          <ac:spMkLst>
            <pc:docMk/>
            <pc:sldMk cId="0" sldId="265"/>
            <ac:spMk id="7" creationId="{00000000-0000-0000-0000-000000000000}"/>
          </ac:spMkLst>
        </pc:spChg>
        <pc:spChg chg="mod">
          <ac:chgData name="Mansi Kajal-Assistant Professor SOET" userId="S::mansi.kajal@krmangalam.edu.in::3c99de1c-7603-4b32-be41-7faffefca8f3" providerId="AD" clId="Web-{08AD4D1F-B6ED-0CDE-2D25-91F612C99C71}" dt="2026-08-01T18:23:19.854" v="33" actId="20577"/>
          <ac:spMkLst>
            <pc:docMk/>
            <pc:sldMk cId="0" sldId="265"/>
            <ac:spMk id="32" creationId="{00000000-0000-0000-0000-000000000000}"/>
          </ac:spMkLst>
        </pc:spChg>
      </pc:sldChg>
      <pc:sldChg chg="delSp modSp">
        <pc:chgData name="Mansi Kajal-Assistant Professor SOET" userId="S::mansi.kajal@krmangalam.edu.in::3c99de1c-7603-4b32-be41-7faffefca8f3" providerId="AD" clId="Web-{08AD4D1F-B6ED-0CDE-2D25-91F612C99C71}" dt="2026-08-01T18:24:06.481" v="40"/>
        <pc:sldMkLst>
          <pc:docMk/>
          <pc:sldMk cId="0" sldId="266"/>
        </pc:sldMkLst>
        <pc:spChg chg="mod">
          <ac:chgData name="Mansi Kajal-Assistant Professor SOET" userId="S::mansi.kajal@krmangalam.edu.in::3c99de1c-7603-4b32-be41-7faffefca8f3" providerId="AD" clId="Web-{08AD4D1F-B6ED-0CDE-2D25-91F612C99C71}" dt="2026-08-01T18:23:58.246" v="39" actId="20577"/>
          <ac:spMkLst>
            <pc:docMk/>
            <pc:sldMk cId="0" sldId="266"/>
            <ac:spMk id="31" creationId="{00000000-0000-0000-0000-000000000000}"/>
          </ac:spMkLst>
        </pc:spChg>
      </pc:sldChg>
      <pc:sldChg chg="delSp">
        <pc:chgData name="Mansi Kajal-Assistant Professor SOET" userId="S::mansi.kajal@krmangalam.edu.in::3c99de1c-7603-4b32-be41-7faffefca8f3" providerId="AD" clId="Web-{08AD4D1F-B6ED-0CDE-2D25-91F612C99C71}" dt="2026-08-01T18:24:20.200" v="41"/>
        <pc:sldMkLst>
          <pc:docMk/>
          <pc:sldMk cId="0" sldId="267"/>
        </pc:sldMkLst>
      </pc:sldChg>
      <pc:sldChg chg="delSp modSp">
        <pc:chgData name="Mansi Kajal-Assistant Professor SOET" userId="S::mansi.kajal@krmangalam.edu.in::3c99de1c-7603-4b32-be41-7faffefca8f3" providerId="AD" clId="Web-{08AD4D1F-B6ED-0CDE-2D25-91F612C99C71}" dt="2026-08-01T18:25:29.546" v="45" actId="20577"/>
        <pc:sldMkLst>
          <pc:docMk/>
          <pc:sldMk cId="0" sldId="268"/>
        </pc:sldMkLst>
        <pc:spChg chg="mod">
          <ac:chgData name="Mansi Kajal-Assistant Professor SOET" userId="S::mansi.kajal@krmangalam.edu.in::3c99de1c-7603-4b32-be41-7faffefca8f3" providerId="AD" clId="Web-{08AD4D1F-B6ED-0CDE-2D25-91F612C99C71}" dt="2026-08-01T18:25:29.546" v="45" actId="20577"/>
          <ac:spMkLst>
            <pc:docMk/>
            <pc:sldMk cId="0" sldId="268"/>
            <ac:spMk id="29" creationId="{00000000-0000-0000-0000-000000000000}"/>
          </ac:spMkLst>
        </pc:spChg>
      </pc:sldChg>
      <pc:sldChg chg="delSp modSp">
        <pc:chgData name="Mansi Kajal-Assistant Professor SOET" userId="S::mansi.kajal@krmangalam.edu.in::3c99de1c-7603-4b32-be41-7faffefca8f3" providerId="AD" clId="Web-{08AD4D1F-B6ED-0CDE-2D25-91F612C99C71}" dt="2026-08-01T18:26:17.720" v="47"/>
        <pc:sldMkLst>
          <pc:docMk/>
          <pc:sldMk cId="0" sldId="270"/>
        </pc:sldMkLst>
      </pc:sldChg>
      <pc:sldChg chg="delSp modSp">
        <pc:chgData name="Mansi Kajal-Assistant Professor SOET" userId="S::mansi.kajal@krmangalam.edu.in::3c99de1c-7603-4b32-be41-7faffefca8f3" providerId="AD" clId="Web-{08AD4D1F-B6ED-0CDE-2D25-91F612C99C71}" dt="2026-08-01T18:26:42.503" v="50" actId="20577"/>
        <pc:sldMkLst>
          <pc:docMk/>
          <pc:sldMk cId="0" sldId="271"/>
        </pc:sldMkLst>
        <pc:spChg chg="mod">
          <ac:chgData name="Mansi Kajal-Assistant Professor SOET" userId="S::mansi.kajal@krmangalam.edu.in::3c99de1c-7603-4b32-be41-7faffefca8f3" providerId="AD" clId="Web-{08AD4D1F-B6ED-0CDE-2D25-91F612C99C71}" dt="2026-08-01T18:26:42.503" v="50" actId="20577"/>
          <ac:spMkLst>
            <pc:docMk/>
            <pc:sldMk cId="0" sldId="271"/>
            <ac:spMk id="48" creationId="{00000000-0000-0000-0000-000000000000}"/>
          </ac:spMkLst>
        </pc:spChg>
      </pc:sldChg>
      <pc:sldChg chg="delSp modSp">
        <pc:chgData name="Mansi Kajal-Assistant Professor SOET" userId="S::mansi.kajal@krmangalam.edu.in::3c99de1c-7603-4b32-be41-7faffefca8f3" providerId="AD" clId="Web-{08AD4D1F-B6ED-0CDE-2D25-91F612C99C71}" dt="2026-08-01T18:28:14.914" v="73" actId="14100"/>
        <pc:sldMkLst>
          <pc:docMk/>
          <pc:sldMk cId="0" sldId="272"/>
        </pc:sldMkLst>
        <pc:spChg chg="mod">
          <ac:chgData name="Mansi Kajal-Assistant Professor SOET" userId="S::mansi.kajal@krmangalam.edu.in::3c99de1c-7603-4b32-be41-7faffefca8f3" providerId="AD" clId="Web-{08AD4D1F-B6ED-0CDE-2D25-91F612C99C71}" dt="2026-08-01T18:27:53.210" v="60" actId="1076"/>
          <ac:spMkLst>
            <pc:docMk/>
            <pc:sldMk cId="0" sldId="272"/>
            <ac:spMk id="6" creationId="{00000000-0000-0000-0000-000000000000}"/>
          </ac:spMkLst>
        </pc:spChg>
        <pc:spChg chg="mod">
          <ac:chgData name="Mansi Kajal-Assistant Professor SOET" userId="S::mansi.kajal@krmangalam.edu.in::3c99de1c-7603-4b32-be41-7faffefca8f3" providerId="AD" clId="Web-{08AD4D1F-B6ED-0CDE-2D25-91F612C99C71}" dt="2026-08-01T18:27:53.225" v="61" actId="1076"/>
          <ac:spMkLst>
            <pc:docMk/>
            <pc:sldMk cId="0" sldId="272"/>
            <ac:spMk id="11" creationId="{00000000-0000-0000-0000-000000000000}"/>
          </ac:spMkLst>
        </pc:spChg>
        <pc:spChg chg="mod">
          <ac:chgData name="Mansi Kajal-Assistant Professor SOET" userId="S::mansi.kajal@krmangalam.edu.in::3c99de1c-7603-4b32-be41-7faffefca8f3" providerId="AD" clId="Web-{08AD4D1F-B6ED-0CDE-2D25-91F612C99C71}" dt="2026-08-01T18:28:14.914" v="73" actId="14100"/>
          <ac:spMkLst>
            <pc:docMk/>
            <pc:sldMk cId="0" sldId="272"/>
            <ac:spMk id="12" creationId="{00000000-0000-0000-0000-000000000000}"/>
          </ac:spMkLst>
        </pc:spChg>
        <pc:spChg chg="mod">
          <ac:chgData name="Mansi Kajal-Assistant Professor SOET" userId="S::mansi.kajal@krmangalam.edu.in::3c99de1c-7603-4b32-be41-7faffefca8f3" providerId="AD" clId="Web-{08AD4D1F-B6ED-0CDE-2D25-91F612C99C71}" dt="2026-08-01T18:27:53.257" v="63" actId="1076"/>
          <ac:spMkLst>
            <pc:docMk/>
            <pc:sldMk cId="0" sldId="272"/>
            <ac:spMk id="13" creationId="{00000000-0000-0000-0000-000000000000}"/>
          </ac:spMkLst>
        </pc:spChg>
        <pc:spChg chg="mod">
          <ac:chgData name="Mansi Kajal-Assistant Professor SOET" userId="S::mansi.kajal@krmangalam.edu.in::3c99de1c-7603-4b32-be41-7faffefca8f3" providerId="AD" clId="Web-{08AD4D1F-B6ED-0CDE-2D25-91F612C99C71}" dt="2026-08-01T18:27:53.257" v="64" actId="1076"/>
          <ac:spMkLst>
            <pc:docMk/>
            <pc:sldMk cId="0" sldId="272"/>
            <ac:spMk id="18" creationId="{00000000-0000-0000-0000-000000000000}"/>
          </ac:spMkLst>
        </pc:spChg>
        <pc:spChg chg="mod">
          <ac:chgData name="Mansi Kajal-Assistant Professor SOET" userId="S::mansi.kajal@krmangalam.edu.in::3c99de1c-7603-4b32-be41-7faffefca8f3" providerId="AD" clId="Web-{08AD4D1F-B6ED-0CDE-2D25-91F612C99C71}" dt="2026-08-01T18:27:53.272" v="65" actId="1076"/>
          <ac:spMkLst>
            <pc:docMk/>
            <pc:sldMk cId="0" sldId="272"/>
            <ac:spMk id="19" creationId="{00000000-0000-0000-0000-000000000000}"/>
          </ac:spMkLst>
        </pc:spChg>
        <pc:spChg chg="mod">
          <ac:chgData name="Mansi Kajal-Assistant Professor SOET" userId="S::mansi.kajal@krmangalam.edu.in::3c99de1c-7603-4b32-be41-7faffefca8f3" providerId="AD" clId="Web-{08AD4D1F-B6ED-0CDE-2D25-91F612C99C71}" dt="2026-08-01T18:27:53.288" v="66" actId="1076"/>
          <ac:spMkLst>
            <pc:docMk/>
            <pc:sldMk cId="0" sldId="272"/>
            <ac:spMk id="20" creationId="{00000000-0000-0000-0000-000000000000}"/>
          </ac:spMkLst>
        </pc:spChg>
        <pc:spChg chg="mod">
          <ac:chgData name="Mansi Kajal-Assistant Professor SOET" userId="S::mansi.kajal@krmangalam.edu.in::3c99de1c-7603-4b32-be41-7faffefca8f3" providerId="AD" clId="Web-{08AD4D1F-B6ED-0CDE-2D25-91F612C99C71}" dt="2026-08-01T18:27:53.304" v="67" actId="1076"/>
          <ac:spMkLst>
            <pc:docMk/>
            <pc:sldMk cId="0" sldId="272"/>
            <ac:spMk id="25" creationId="{00000000-0000-0000-0000-000000000000}"/>
          </ac:spMkLst>
        </pc:spChg>
        <pc:spChg chg="mod">
          <ac:chgData name="Mansi Kajal-Assistant Professor SOET" userId="S::mansi.kajal@krmangalam.edu.in::3c99de1c-7603-4b32-be41-7faffefca8f3" providerId="AD" clId="Web-{08AD4D1F-B6ED-0CDE-2D25-91F612C99C71}" dt="2026-08-01T18:27:53.319" v="68" actId="1076"/>
          <ac:spMkLst>
            <pc:docMk/>
            <pc:sldMk cId="0" sldId="272"/>
            <ac:spMk id="26" creationId="{00000000-0000-0000-0000-000000000000}"/>
          </ac:spMkLst>
        </pc:spChg>
        <pc:spChg chg="mod">
          <ac:chgData name="Mansi Kajal-Assistant Professor SOET" userId="S::mansi.kajal@krmangalam.edu.in::3c99de1c-7603-4b32-be41-7faffefca8f3" providerId="AD" clId="Web-{08AD4D1F-B6ED-0CDE-2D25-91F612C99C71}" dt="2026-08-01T18:27:53.335" v="69" actId="1076"/>
          <ac:spMkLst>
            <pc:docMk/>
            <pc:sldMk cId="0" sldId="272"/>
            <ac:spMk id="27" creationId="{00000000-0000-0000-0000-000000000000}"/>
          </ac:spMkLst>
        </pc:spChg>
        <pc:spChg chg="mod">
          <ac:chgData name="Mansi Kajal-Assistant Professor SOET" userId="S::mansi.kajal@krmangalam.edu.in::3c99de1c-7603-4b32-be41-7faffefca8f3" providerId="AD" clId="Web-{08AD4D1F-B6ED-0CDE-2D25-91F612C99C71}" dt="2026-08-01T18:27:53.335" v="70" actId="1076"/>
          <ac:spMkLst>
            <pc:docMk/>
            <pc:sldMk cId="0" sldId="272"/>
            <ac:spMk id="32" creationId="{00000000-0000-0000-0000-000000000000}"/>
          </ac:spMkLst>
        </pc:spChg>
        <pc:spChg chg="mod">
          <ac:chgData name="Mansi Kajal-Assistant Professor SOET" userId="S::mansi.kajal@krmangalam.edu.in::3c99de1c-7603-4b32-be41-7faffefca8f3" providerId="AD" clId="Web-{08AD4D1F-B6ED-0CDE-2D25-91F612C99C71}" dt="2026-08-01T18:27:53.350" v="71" actId="1076"/>
          <ac:spMkLst>
            <pc:docMk/>
            <pc:sldMk cId="0" sldId="272"/>
            <ac:spMk id="33" creationId="{00000000-0000-0000-0000-000000000000}"/>
          </ac:spMkLst>
        </pc:spChg>
        <pc:spChg chg="mod">
          <ac:chgData name="Mansi Kajal-Assistant Professor SOET" userId="S::mansi.kajal@krmangalam.edu.in::3c99de1c-7603-4b32-be41-7faffefca8f3" providerId="AD" clId="Web-{08AD4D1F-B6ED-0CDE-2D25-91F612C99C71}" dt="2026-08-01T18:27:02.332" v="52" actId="20577"/>
          <ac:spMkLst>
            <pc:docMk/>
            <pc:sldMk cId="0" sldId="272"/>
            <ac:spMk id="37" creationId="{00000000-0000-0000-0000-000000000000}"/>
          </ac:spMkLst>
        </pc:spChg>
      </pc:sldChg>
      <pc:sldChg chg="delSp modSp">
        <pc:chgData name="Mansi Kajal-Assistant Professor SOET" userId="S::mansi.kajal@krmangalam.edu.in::3c99de1c-7603-4b32-be41-7faffefca8f3" providerId="AD" clId="Web-{08AD4D1F-B6ED-0CDE-2D25-91F612C99C71}" dt="2026-08-01T18:29:07.182" v="79"/>
        <pc:sldMkLst>
          <pc:docMk/>
          <pc:sldMk cId="0" sldId="273"/>
        </pc:sldMkLst>
      </pc:sldChg>
      <pc:sldChg chg="modSp">
        <pc:chgData name="Mansi Kajal-Assistant Professor SOET" userId="S::mansi.kajal@krmangalam.edu.in::3c99de1c-7603-4b32-be41-7faffefca8f3" providerId="AD" clId="Web-{08AD4D1F-B6ED-0CDE-2D25-91F612C99C71}" dt="2026-08-01T18:29:18.917" v="81" actId="14100"/>
        <pc:sldMkLst>
          <pc:docMk/>
          <pc:sldMk cId="0" sldId="274"/>
        </pc:sldMkLst>
        <pc:spChg chg="mod">
          <ac:chgData name="Mansi Kajal-Assistant Professor SOET" userId="S::mansi.kajal@krmangalam.edu.in::3c99de1c-7603-4b32-be41-7faffefca8f3" providerId="AD" clId="Web-{08AD4D1F-B6ED-0CDE-2D25-91F612C99C71}" dt="2026-08-01T18:29:14.604" v="80" actId="14100"/>
          <ac:spMkLst>
            <pc:docMk/>
            <pc:sldMk cId="0" sldId="274"/>
            <ac:spMk id="5" creationId="{00000000-0000-0000-0000-000000000000}"/>
          </ac:spMkLst>
        </pc:spChg>
        <pc:spChg chg="mod">
          <ac:chgData name="Mansi Kajal-Assistant Professor SOET" userId="S::mansi.kajal@krmangalam.edu.in::3c99de1c-7603-4b32-be41-7faffefca8f3" providerId="AD" clId="Web-{08AD4D1F-B6ED-0CDE-2D25-91F612C99C71}" dt="2026-08-01T18:29:18.917" v="81" actId="14100"/>
          <ac:spMkLst>
            <pc:docMk/>
            <pc:sldMk cId="0" sldId="274"/>
            <ac:spMk id="7" creationId="{00000000-0000-0000-0000-000000000000}"/>
          </ac:spMkLst>
        </pc:spChg>
      </pc:sldChg>
      <pc:sldChg chg="add">
        <pc:chgData name="Mansi Kajal-Assistant Professor SOET" userId="S::mansi.kajal@krmangalam.edu.in::3c99de1c-7603-4b32-be41-7faffefca8f3" providerId="AD" clId="Web-{08AD4D1F-B6ED-0CDE-2D25-91F612C99C71}" dt="2026-08-01T18:33:34.208" v="82"/>
        <pc:sldMkLst>
          <pc:docMk/>
          <pc:sldMk cId="3024862638" sldId="277"/>
        </pc:sldMkLst>
      </pc:sldChg>
      <pc:sldMasterChg chg="addSldLayout">
        <pc:chgData name="Mansi Kajal-Assistant Professor SOET" userId="S::mansi.kajal@krmangalam.edu.in::3c99de1c-7603-4b32-be41-7faffefca8f3" providerId="AD" clId="Web-{08AD4D1F-B6ED-0CDE-2D25-91F612C99C71}" dt="2026-08-01T18:33:34.208" v="82"/>
        <pc:sldMasterMkLst>
          <pc:docMk/>
          <pc:sldMasterMk cId="0" sldId="2147483648"/>
        </pc:sldMasterMkLst>
        <pc:sldLayoutChg chg="add">
          <pc:chgData name="Mansi Kajal-Assistant Professor SOET" userId="S::mansi.kajal@krmangalam.edu.in::3c99de1c-7603-4b32-be41-7faffefca8f3" providerId="AD" clId="Web-{08AD4D1F-B6ED-0CDE-2D25-91F612C99C71}" dt="2026-08-01T18:33:34.208" v="82"/>
          <pc:sldLayoutMkLst>
            <pc:docMk/>
            <pc:sldMasterMk cId="0" sldId="2147483648"/>
            <pc:sldLayoutMk cId="3596245694" sldId="2147483651"/>
          </pc:sldLayoutMkLst>
        </pc:sldLayoutChg>
      </pc:sldMasterChg>
    </pc:docChg>
  </pc:docChgLst>
  <pc:docChgLst>
    <pc:chgData clId="Web-{829F9543-421C-48A2-8A26-2268CB4F9B9C}"/>
    <pc:docChg chg="modSld">
      <pc:chgData name="" userId="" providerId="" clId="Web-{829F9543-421C-48A2-8A26-2268CB4F9B9C}" dt="2026-07-17T07:23:37.194" v="7"/>
      <pc:docMkLst>
        <pc:docMk/>
      </pc:docMkLst>
      <pc:sldChg chg="delSp">
        <pc:chgData name="" userId="" providerId="" clId="Web-{829F9543-421C-48A2-8A26-2268CB4F9B9C}" dt="2026-07-17T07:23:37.194" v="7"/>
        <pc:sldMkLst>
          <pc:docMk/>
          <pc:sldMk cId="74535566" sldId="917"/>
        </pc:sldMkLst>
      </pc:sldChg>
    </pc:docChg>
  </pc:docChgLst>
  <pc:docChgLst>
    <pc:chgData name="Dr. Reenu-Assistant Professor SOET" userId="S::reenu@krmangalam.edu.in::78b23ad6-b210-4206-8d45-c661e2dcb0d2" providerId="AD" clId="Web-{FEAE09E4-1332-361F-AE04-34914C24F182}"/>
    <pc:docChg chg="addSld delSld">
      <pc:chgData name="Dr. Reenu-Assistant Professor SOET" userId="S::reenu@krmangalam.edu.in::78b23ad6-b210-4206-8d45-c661e2dcb0d2" providerId="AD" clId="Web-{FEAE09E4-1332-361F-AE04-34914C24F182}" dt="2026-08-04T04:17:26.198" v="13"/>
      <pc:docMkLst>
        <pc:docMk/>
      </pc:docMkLst>
      <pc:sldChg chg="new del">
        <pc:chgData name="Dr. Reenu-Assistant Professor SOET" userId="S::reenu@krmangalam.edu.in::78b23ad6-b210-4206-8d45-c661e2dcb0d2" providerId="AD" clId="Web-{FEAE09E4-1332-361F-AE04-34914C24F182}" dt="2026-08-04T04:10:28.745" v="6"/>
        <pc:sldMkLst>
          <pc:docMk/>
          <pc:sldMk cId="2715059967" sldId="918"/>
        </pc:sldMkLst>
      </pc:sldChg>
      <pc:sldChg chg="new del">
        <pc:chgData name="Dr. Reenu-Assistant Professor SOET" userId="S::reenu@krmangalam.edu.in::78b23ad6-b210-4206-8d45-c661e2dcb0d2" providerId="AD" clId="Web-{FEAE09E4-1332-361F-AE04-34914C24F182}" dt="2026-08-04T04:17:26.198" v="13"/>
        <pc:sldMkLst>
          <pc:docMk/>
          <pc:sldMk cId="3589119894" sldId="918"/>
        </pc:sldMkLst>
      </pc:sldChg>
      <pc:sldChg chg="new del">
        <pc:chgData name="Dr. Reenu-Assistant Professor SOET" userId="S::reenu@krmangalam.edu.in::78b23ad6-b210-4206-8d45-c661e2dcb0d2" providerId="AD" clId="Web-{FEAE09E4-1332-361F-AE04-34914C24F182}" dt="2026-08-04T04:10:32.777" v="8"/>
        <pc:sldMkLst>
          <pc:docMk/>
          <pc:sldMk cId="3496155818" sldId="919"/>
        </pc:sldMkLst>
      </pc:sldChg>
      <pc:sldChg chg="new del">
        <pc:chgData name="Dr. Reenu-Assistant Professor SOET" userId="S::reenu@krmangalam.edu.in::78b23ad6-b210-4206-8d45-c661e2dcb0d2" providerId="AD" clId="Web-{FEAE09E4-1332-361F-AE04-34914C24F182}" dt="2026-08-04T04:10:34.402" v="9"/>
        <pc:sldMkLst>
          <pc:docMk/>
          <pc:sldMk cId="3261432395" sldId="920"/>
        </pc:sldMkLst>
      </pc:sldChg>
      <pc:sldChg chg="new del">
        <pc:chgData name="Dr. Reenu-Assistant Professor SOET" userId="S::reenu@krmangalam.edu.in::78b23ad6-b210-4206-8d45-c661e2dcb0d2" providerId="AD" clId="Web-{FEAE09E4-1332-361F-AE04-34914C24F182}" dt="2026-08-04T04:10:36.293" v="10"/>
        <pc:sldMkLst>
          <pc:docMk/>
          <pc:sldMk cId="4183881864" sldId="921"/>
        </pc:sldMkLst>
      </pc:sldChg>
      <pc:sldChg chg="new del">
        <pc:chgData name="Dr. Reenu-Assistant Professor SOET" userId="S::reenu@krmangalam.edu.in::78b23ad6-b210-4206-8d45-c661e2dcb0d2" providerId="AD" clId="Web-{FEAE09E4-1332-361F-AE04-34914C24F182}" dt="2026-08-04T04:10:38.855" v="11"/>
        <pc:sldMkLst>
          <pc:docMk/>
          <pc:sldMk cId="1133891030" sldId="922"/>
        </pc:sldMkLst>
      </pc:sldChg>
      <pc:sldChg chg="new del">
        <pc:chgData name="Dr. Reenu-Assistant Professor SOET" userId="S::reenu@krmangalam.edu.in::78b23ad6-b210-4206-8d45-c661e2dcb0d2" providerId="AD" clId="Web-{FEAE09E4-1332-361F-AE04-34914C24F182}" dt="2026-08-04T04:10:30.714" v="7"/>
        <pc:sldMkLst>
          <pc:docMk/>
          <pc:sldMk cId="1849961669" sldId="923"/>
        </pc:sldMkLst>
      </pc:sldChg>
    </pc:docChg>
  </pc:docChgLst>
  <pc:docChgLst>
    <pc:chgData name="Mansi Kajal-Assistant Professor SOET" userId="S::mansi.kajal@krmangalam.edu.in::3c99de1c-7603-4b32-be41-7faffefca8f3" providerId="AD" clId="Web-{C984B0CF-AB81-C718-0624-C5A453EBD871}"/>
    <pc:docChg chg="modSld">
      <pc:chgData name="Mansi Kajal-Assistant Professor SOET" userId="S::mansi.kajal@krmangalam.edu.in::3c99de1c-7603-4b32-be41-7faffefca8f3" providerId="AD" clId="Web-{C984B0CF-AB81-C718-0624-C5A453EBD871}" dt="2026-07-20T07:08:09.228" v="362" actId="14100"/>
      <pc:docMkLst>
        <pc:docMk/>
      </pc:docMkLst>
      <pc:sldChg chg="modSp">
        <pc:chgData name="Mansi Kajal-Assistant Professor SOET" userId="S::mansi.kajal@krmangalam.edu.in::3c99de1c-7603-4b32-be41-7faffefca8f3" providerId="AD" clId="Web-{C984B0CF-AB81-C718-0624-C5A453EBD871}" dt="2026-07-20T06:54:26.484" v="10"/>
        <pc:sldMkLst>
          <pc:docMk/>
          <pc:sldMk cId="0" sldId="257"/>
        </pc:sldMkLst>
        <pc:spChg chg="mod">
          <ac:chgData name="Mansi Kajal-Assistant Professor SOET" userId="S::mansi.kajal@krmangalam.edu.in::3c99de1c-7603-4b32-be41-7faffefca8f3" providerId="AD" clId="Web-{C984B0CF-AB81-C718-0624-C5A453EBD871}" dt="2026-07-20T06:54:26.265" v="1"/>
          <ac:spMkLst>
            <pc:docMk/>
            <pc:sldMk cId="0" sldId="257"/>
            <ac:spMk id="9" creationId="{00000000-0000-0000-0000-000000000000}"/>
          </ac:spMkLst>
        </pc:spChg>
        <pc:spChg chg="mod">
          <ac:chgData name="Mansi Kajal-Assistant Professor SOET" userId="S::mansi.kajal@krmangalam.edu.in::3c99de1c-7603-4b32-be41-7faffefca8f3" providerId="AD" clId="Web-{C984B0CF-AB81-C718-0624-C5A453EBD871}" dt="2026-07-20T06:54:26.265" v="2"/>
          <ac:spMkLst>
            <pc:docMk/>
            <pc:sldMk cId="0" sldId="257"/>
            <ac:spMk id="10" creationId="{00000000-0000-0000-0000-000000000000}"/>
          </ac:spMkLst>
        </pc:spChg>
        <pc:spChg chg="mod">
          <ac:chgData name="Mansi Kajal-Assistant Professor SOET" userId="S::mansi.kajal@krmangalam.edu.in::3c99de1c-7603-4b32-be41-7faffefca8f3" providerId="AD" clId="Web-{C984B0CF-AB81-C718-0624-C5A453EBD871}" dt="2026-07-20T06:54:26.265" v="3"/>
          <ac:spMkLst>
            <pc:docMk/>
            <pc:sldMk cId="0" sldId="257"/>
            <ac:spMk id="14" creationId="{00000000-0000-0000-0000-000000000000}"/>
          </ac:spMkLst>
        </pc:spChg>
        <pc:spChg chg="mod">
          <ac:chgData name="Mansi Kajal-Assistant Professor SOET" userId="S::mansi.kajal@krmangalam.edu.in::3c99de1c-7603-4b32-be41-7faffefca8f3" providerId="AD" clId="Web-{C984B0CF-AB81-C718-0624-C5A453EBD871}" dt="2026-07-20T06:54:26.265" v="4"/>
          <ac:spMkLst>
            <pc:docMk/>
            <pc:sldMk cId="0" sldId="257"/>
            <ac:spMk id="15" creationId="{00000000-0000-0000-0000-000000000000}"/>
          </ac:spMkLst>
        </pc:spChg>
        <pc:spChg chg="mod">
          <ac:chgData name="Mansi Kajal-Assistant Professor SOET" userId="S::mansi.kajal@krmangalam.edu.in::3c99de1c-7603-4b32-be41-7faffefca8f3" providerId="AD" clId="Web-{C984B0CF-AB81-C718-0624-C5A453EBD871}" dt="2026-07-20T06:54:26.281" v="5"/>
          <ac:spMkLst>
            <pc:docMk/>
            <pc:sldMk cId="0" sldId="257"/>
            <ac:spMk id="19" creationId="{00000000-0000-0000-0000-000000000000}"/>
          </ac:spMkLst>
        </pc:spChg>
        <pc:spChg chg="mod">
          <ac:chgData name="Mansi Kajal-Assistant Professor SOET" userId="S::mansi.kajal@krmangalam.edu.in::3c99de1c-7603-4b32-be41-7faffefca8f3" providerId="AD" clId="Web-{C984B0CF-AB81-C718-0624-C5A453EBD871}" dt="2026-07-20T06:54:26.281" v="6"/>
          <ac:spMkLst>
            <pc:docMk/>
            <pc:sldMk cId="0" sldId="257"/>
            <ac:spMk id="20" creationId="{00000000-0000-0000-0000-000000000000}"/>
          </ac:spMkLst>
        </pc:spChg>
        <pc:spChg chg="mod">
          <ac:chgData name="Mansi Kajal-Assistant Professor SOET" userId="S::mansi.kajal@krmangalam.edu.in::3c99de1c-7603-4b32-be41-7faffefca8f3" providerId="AD" clId="Web-{C984B0CF-AB81-C718-0624-C5A453EBD871}" dt="2026-07-20T06:54:26.281" v="7"/>
          <ac:spMkLst>
            <pc:docMk/>
            <pc:sldMk cId="0" sldId="257"/>
            <ac:spMk id="24" creationId="{00000000-0000-0000-0000-000000000000}"/>
          </ac:spMkLst>
        </pc:spChg>
        <pc:spChg chg="mod">
          <ac:chgData name="Mansi Kajal-Assistant Professor SOET" userId="S::mansi.kajal@krmangalam.edu.in::3c99de1c-7603-4b32-be41-7faffefca8f3" providerId="AD" clId="Web-{C984B0CF-AB81-C718-0624-C5A453EBD871}" dt="2026-07-20T06:54:26.281" v="8"/>
          <ac:spMkLst>
            <pc:docMk/>
            <pc:sldMk cId="0" sldId="257"/>
            <ac:spMk id="25" creationId="{00000000-0000-0000-0000-000000000000}"/>
          </ac:spMkLst>
        </pc:spChg>
        <pc:spChg chg="mod">
          <ac:chgData name="Mansi Kajal-Assistant Professor SOET" userId="S::mansi.kajal@krmangalam.edu.in::3c99de1c-7603-4b32-be41-7faffefca8f3" providerId="AD" clId="Web-{C984B0CF-AB81-C718-0624-C5A453EBD871}" dt="2026-07-20T06:54:26.281" v="9"/>
          <ac:spMkLst>
            <pc:docMk/>
            <pc:sldMk cId="0" sldId="257"/>
            <ac:spMk id="29" creationId="{00000000-0000-0000-0000-000000000000}"/>
          </ac:spMkLst>
        </pc:spChg>
        <pc:spChg chg="mod">
          <ac:chgData name="Mansi Kajal-Assistant Professor SOET" userId="S::mansi.kajal@krmangalam.edu.in::3c99de1c-7603-4b32-be41-7faffefca8f3" providerId="AD" clId="Web-{C984B0CF-AB81-C718-0624-C5A453EBD871}" dt="2026-07-20T06:54:26.484" v="10"/>
          <ac:spMkLst>
            <pc:docMk/>
            <pc:sldMk cId="0" sldId="257"/>
            <ac:spMk id="30" creationId="{00000000-0000-0000-0000-000000000000}"/>
          </ac:spMkLst>
        </pc:spChg>
      </pc:sldChg>
      <pc:sldChg chg="modSp">
        <pc:chgData name="Mansi Kajal-Assistant Professor SOET" userId="S::mansi.kajal@krmangalam.edu.in::3c99de1c-7603-4b32-be41-7faffefca8f3" providerId="AD" clId="Web-{C984B0CF-AB81-C718-0624-C5A453EBD871}" dt="2026-07-20T06:54:52.064" v="28"/>
        <pc:sldMkLst>
          <pc:docMk/>
          <pc:sldMk cId="0" sldId="258"/>
        </pc:sldMkLst>
        <pc:spChg chg="mod">
          <ac:chgData name="Mansi Kajal-Assistant Professor SOET" userId="S::mansi.kajal@krmangalam.edu.in::3c99de1c-7603-4b32-be41-7faffefca8f3" providerId="AD" clId="Web-{C984B0CF-AB81-C718-0624-C5A453EBD871}" dt="2026-07-20T06:54:51.549" v="11"/>
          <ac:spMkLst>
            <pc:docMk/>
            <pc:sldMk cId="0" sldId="258"/>
            <ac:spMk id="8" creationId="{00000000-0000-0000-0000-000000000000}"/>
          </ac:spMkLst>
        </pc:spChg>
        <pc:spChg chg="mod">
          <ac:chgData name="Mansi Kajal-Assistant Professor SOET" userId="S::mansi.kajal@krmangalam.edu.in::3c99de1c-7603-4b32-be41-7faffefca8f3" providerId="AD" clId="Web-{C984B0CF-AB81-C718-0624-C5A453EBD871}" dt="2026-07-20T06:54:51.549" v="12"/>
          <ac:spMkLst>
            <pc:docMk/>
            <pc:sldMk cId="0" sldId="258"/>
            <ac:spMk id="9" creationId="{00000000-0000-0000-0000-000000000000}"/>
          </ac:spMkLst>
        </pc:spChg>
        <pc:spChg chg="mod">
          <ac:chgData name="Mansi Kajal-Assistant Professor SOET" userId="S::mansi.kajal@krmangalam.edu.in::3c99de1c-7603-4b32-be41-7faffefca8f3" providerId="AD" clId="Web-{C984B0CF-AB81-C718-0624-C5A453EBD871}" dt="2026-07-20T06:54:51.549" v="14"/>
          <ac:spMkLst>
            <pc:docMk/>
            <pc:sldMk cId="0" sldId="258"/>
            <ac:spMk id="13" creationId="{00000000-0000-0000-0000-000000000000}"/>
          </ac:spMkLst>
        </pc:spChg>
        <pc:spChg chg="mod">
          <ac:chgData name="Mansi Kajal-Assistant Professor SOET" userId="S::mansi.kajal@krmangalam.edu.in::3c99de1c-7603-4b32-be41-7faffefca8f3" providerId="AD" clId="Web-{C984B0CF-AB81-C718-0624-C5A453EBD871}" dt="2026-07-20T06:54:51.549" v="15"/>
          <ac:spMkLst>
            <pc:docMk/>
            <pc:sldMk cId="0" sldId="258"/>
            <ac:spMk id="14" creationId="{00000000-0000-0000-0000-000000000000}"/>
          </ac:spMkLst>
        </pc:spChg>
        <pc:spChg chg="mod">
          <ac:chgData name="Mansi Kajal-Assistant Professor SOET" userId="S::mansi.kajal@krmangalam.edu.in::3c99de1c-7603-4b32-be41-7faffefca8f3" providerId="AD" clId="Web-{C984B0CF-AB81-C718-0624-C5A453EBD871}" dt="2026-07-20T06:54:51.549" v="17"/>
          <ac:spMkLst>
            <pc:docMk/>
            <pc:sldMk cId="0" sldId="258"/>
            <ac:spMk id="18" creationId="{00000000-0000-0000-0000-000000000000}"/>
          </ac:spMkLst>
        </pc:spChg>
        <pc:spChg chg="mod">
          <ac:chgData name="Mansi Kajal-Assistant Professor SOET" userId="S::mansi.kajal@krmangalam.edu.in::3c99de1c-7603-4b32-be41-7faffefca8f3" providerId="AD" clId="Web-{C984B0CF-AB81-C718-0624-C5A453EBD871}" dt="2026-07-20T06:54:51.549" v="18"/>
          <ac:spMkLst>
            <pc:docMk/>
            <pc:sldMk cId="0" sldId="258"/>
            <ac:spMk id="19" creationId="{00000000-0000-0000-0000-000000000000}"/>
          </ac:spMkLst>
        </pc:spChg>
        <pc:spChg chg="mod">
          <ac:chgData name="Mansi Kajal-Assistant Professor SOET" userId="S::mansi.kajal@krmangalam.edu.in::3c99de1c-7603-4b32-be41-7faffefca8f3" providerId="AD" clId="Web-{C984B0CF-AB81-C718-0624-C5A453EBD871}" dt="2026-07-20T06:54:51.549" v="20"/>
          <ac:spMkLst>
            <pc:docMk/>
            <pc:sldMk cId="0" sldId="258"/>
            <ac:spMk id="23" creationId="{00000000-0000-0000-0000-000000000000}"/>
          </ac:spMkLst>
        </pc:spChg>
        <pc:spChg chg="mod">
          <ac:chgData name="Mansi Kajal-Assistant Professor SOET" userId="S::mansi.kajal@krmangalam.edu.in::3c99de1c-7603-4b32-be41-7faffefca8f3" providerId="AD" clId="Web-{C984B0CF-AB81-C718-0624-C5A453EBD871}" dt="2026-07-20T06:54:51.549" v="21"/>
          <ac:spMkLst>
            <pc:docMk/>
            <pc:sldMk cId="0" sldId="258"/>
            <ac:spMk id="24" creationId="{00000000-0000-0000-0000-000000000000}"/>
          </ac:spMkLst>
        </pc:spChg>
        <pc:spChg chg="mod">
          <ac:chgData name="Mansi Kajal-Assistant Professor SOET" userId="S::mansi.kajal@krmangalam.edu.in::3c99de1c-7603-4b32-be41-7faffefca8f3" providerId="AD" clId="Web-{C984B0CF-AB81-C718-0624-C5A453EBD871}" dt="2026-07-20T06:54:51.549" v="23"/>
          <ac:spMkLst>
            <pc:docMk/>
            <pc:sldMk cId="0" sldId="258"/>
            <ac:spMk id="28" creationId="{00000000-0000-0000-0000-000000000000}"/>
          </ac:spMkLst>
        </pc:spChg>
        <pc:spChg chg="mod">
          <ac:chgData name="Mansi Kajal-Assistant Professor SOET" userId="S::mansi.kajal@krmangalam.edu.in::3c99de1c-7603-4b32-be41-7faffefca8f3" providerId="AD" clId="Web-{C984B0CF-AB81-C718-0624-C5A453EBD871}" dt="2026-07-20T06:54:51.549" v="24"/>
          <ac:spMkLst>
            <pc:docMk/>
            <pc:sldMk cId="0" sldId="258"/>
            <ac:spMk id="29" creationId="{00000000-0000-0000-0000-000000000000}"/>
          </ac:spMkLst>
        </pc:spChg>
        <pc:spChg chg="mod">
          <ac:chgData name="Mansi Kajal-Assistant Professor SOET" userId="S::mansi.kajal@krmangalam.edu.in::3c99de1c-7603-4b32-be41-7faffefca8f3" providerId="AD" clId="Web-{C984B0CF-AB81-C718-0624-C5A453EBD871}" dt="2026-07-20T06:54:51.549" v="26"/>
          <ac:spMkLst>
            <pc:docMk/>
            <pc:sldMk cId="0" sldId="258"/>
            <ac:spMk id="33" creationId="{00000000-0000-0000-0000-000000000000}"/>
          </ac:spMkLst>
        </pc:spChg>
        <pc:spChg chg="mod">
          <ac:chgData name="Mansi Kajal-Assistant Professor SOET" userId="S::mansi.kajal@krmangalam.edu.in::3c99de1c-7603-4b32-be41-7faffefca8f3" providerId="AD" clId="Web-{C984B0CF-AB81-C718-0624-C5A453EBD871}" dt="2026-07-20T06:54:51.549" v="27"/>
          <ac:spMkLst>
            <pc:docMk/>
            <pc:sldMk cId="0" sldId="258"/>
            <ac:spMk id="34" creationId="{00000000-0000-0000-0000-000000000000}"/>
          </ac:spMkLst>
        </pc:spChg>
      </pc:sldChg>
      <pc:sldChg chg="modSp">
        <pc:chgData name="Mansi Kajal-Assistant Professor SOET" userId="S::mansi.kajal@krmangalam.edu.in::3c99de1c-7603-4b32-be41-7faffefca8f3" providerId="AD" clId="Web-{C984B0CF-AB81-C718-0624-C5A453EBD871}" dt="2026-07-20T06:55:23.223" v="44" actId="14100"/>
        <pc:sldMkLst>
          <pc:docMk/>
          <pc:sldMk cId="0" sldId="260"/>
        </pc:sldMkLst>
        <pc:spChg chg="mod">
          <ac:chgData name="Mansi Kajal-Assistant Professor SOET" userId="S::mansi.kajal@krmangalam.edu.in::3c99de1c-7603-4b32-be41-7faffefca8f3" providerId="AD" clId="Web-{C984B0CF-AB81-C718-0624-C5A453EBD871}" dt="2026-07-20T06:55:12.410" v="29"/>
          <ac:spMkLst>
            <pc:docMk/>
            <pc:sldMk cId="0" sldId="260"/>
            <ac:spMk id="4" creationId="{00000000-0000-0000-0000-000000000000}"/>
          </ac:spMkLst>
        </pc:spChg>
        <pc:spChg chg="mod">
          <ac:chgData name="Mansi Kajal-Assistant Professor SOET" userId="S::mansi.kajal@krmangalam.edu.in::3c99de1c-7603-4b32-be41-7faffefca8f3" providerId="AD" clId="Web-{C984B0CF-AB81-C718-0624-C5A453EBD871}" dt="2026-07-20T06:55:12.410" v="30"/>
          <ac:spMkLst>
            <pc:docMk/>
            <pc:sldMk cId="0" sldId="260"/>
            <ac:spMk id="5" creationId="{00000000-0000-0000-0000-000000000000}"/>
          </ac:spMkLst>
        </pc:spChg>
        <pc:spChg chg="mod">
          <ac:chgData name="Mansi Kajal-Assistant Professor SOET" userId="S::mansi.kajal@krmangalam.edu.in::3c99de1c-7603-4b32-be41-7faffefca8f3" providerId="AD" clId="Web-{C984B0CF-AB81-C718-0624-C5A453EBD871}" dt="2026-07-20T06:55:12.410" v="31"/>
          <ac:spMkLst>
            <pc:docMk/>
            <pc:sldMk cId="0" sldId="260"/>
            <ac:spMk id="10" creationId="{00000000-0000-0000-0000-000000000000}"/>
          </ac:spMkLst>
        </pc:spChg>
        <pc:spChg chg="mod">
          <ac:chgData name="Mansi Kajal-Assistant Professor SOET" userId="S::mansi.kajal@krmangalam.edu.in::3c99de1c-7603-4b32-be41-7faffefca8f3" providerId="AD" clId="Web-{C984B0CF-AB81-C718-0624-C5A453EBD871}" dt="2026-07-20T06:55:12.410" v="32"/>
          <ac:spMkLst>
            <pc:docMk/>
            <pc:sldMk cId="0" sldId="260"/>
            <ac:spMk id="12" creationId="{00000000-0000-0000-0000-000000000000}"/>
          </ac:spMkLst>
        </pc:spChg>
        <pc:spChg chg="mod">
          <ac:chgData name="Mansi Kajal-Assistant Professor SOET" userId="S::mansi.kajal@krmangalam.edu.in::3c99de1c-7603-4b32-be41-7faffefca8f3" providerId="AD" clId="Web-{C984B0CF-AB81-C718-0624-C5A453EBD871}" dt="2026-07-20T06:55:12.410" v="33"/>
          <ac:spMkLst>
            <pc:docMk/>
            <pc:sldMk cId="0" sldId="260"/>
            <ac:spMk id="13" creationId="{00000000-0000-0000-0000-000000000000}"/>
          </ac:spMkLst>
        </pc:spChg>
        <pc:spChg chg="mod">
          <ac:chgData name="Mansi Kajal-Assistant Professor SOET" userId="S::mansi.kajal@krmangalam.edu.in::3c99de1c-7603-4b32-be41-7faffefca8f3" providerId="AD" clId="Web-{C984B0CF-AB81-C718-0624-C5A453EBD871}" dt="2026-07-20T06:55:12.410" v="34"/>
          <ac:spMkLst>
            <pc:docMk/>
            <pc:sldMk cId="0" sldId="260"/>
            <ac:spMk id="18" creationId="{00000000-0000-0000-0000-000000000000}"/>
          </ac:spMkLst>
        </pc:spChg>
        <pc:spChg chg="mod">
          <ac:chgData name="Mansi Kajal-Assistant Professor SOET" userId="S::mansi.kajal@krmangalam.edu.in::3c99de1c-7603-4b32-be41-7faffefca8f3" providerId="AD" clId="Web-{C984B0CF-AB81-C718-0624-C5A453EBD871}" dt="2026-07-20T06:55:12.410" v="35"/>
          <ac:spMkLst>
            <pc:docMk/>
            <pc:sldMk cId="0" sldId="260"/>
            <ac:spMk id="20" creationId="{00000000-0000-0000-0000-000000000000}"/>
          </ac:spMkLst>
        </pc:spChg>
        <pc:spChg chg="mod">
          <ac:chgData name="Mansi Kajal-Assistant Professor SOET" userId="S::mansi.kajal@krmangalam.edu.in::3c99de1c-7603-4b32-be41-7faffefca8f3" providerId="AD" clId="Web-{C984B0CF-AB81-C718-0624-C5A453EBD871}" dt="2026-07-20T06:55:12.426" v="36"/>
          <ac:spMkLst>
            <pc:docMk/>
            <pc:sldMk cId="0" sldId="260"/>
            <ac:spMk id="21" creationId="{00000000-0000-0000-0000-000000000000}"/>
          </ac:spMkLst>
        </pc:spChg>
        <pc:spChg chg="mod">
          <ac:chgData name="Mansi Kajal-Assistant Professor SOET" userId="S::mansi.kajal@krmangalam.edu.in::3c99de1c-7603-4b32-be41-7faffefca8f3" providerId="AD" clId="Web-{C984B0CF-AB81-C718-0624-C5A453EBD871}" dt="2026-07-20T06:55:12.426" v="37"/>
          <ac:spMkLst>
            <pc:docMk/>
            <pc:sldMk cId="0" sldId="260"/>
            <ac:spMk id="26" creationId="{00000000-0000-0000-0000-000000000000}"/>
          </ac:spMkLst>
        </pc:spChg>
        <pc:spChg chg="mod">
          <ac:chgData name="Mansi Kajal-Assistant Professor SOET" userId="S::mansi.kajal@krmangalam.edu.in::3c99de1c-7603-4b32-be41-7faffefca8f3" providerId="AD" clId="Web-{C984B0CF-AB81-C718-0624-C5A453EBD871}" dt="2026-07-20T06:55:12.426" v="38"/>
          <ac:spMkLst>
            <pc:docMk/>
            <pc:sldMk cId="0" sldId="260"/>
            <ac:spMk id="28" creationId="{00000000-0000-0000-0000-000000000000}"/>
          </ac:spMkLst>
        </pc:spChg>
        <pc:spChg chg="mod">
          <ac:chgData name="Mansi Kajal-Assistant Professor SOET" userId="S::mansi.kajal@krmangalam.edu.in::3c99de1c-7603-4b32-be41-7faffefca8f3" providerId="AD" clId="Web-{C984B0CF-AB81-C718-0624-C5A453EBD871}" dt="2026-07-20T06:55:12.426" v="39"/>
          <ac:spMkLst>
            <pc:docMk/>
            <pc:sldMk cId="0" sldId="260"/>
            <ac:spMk id="29" creationId="{00000000-0000-0000-0000-000000000000}"/>
          </ac:spMkLst>
        </pc:spChg>
        <pc:spChg chg="mod">
          <ac:chgData name="Mansi Kajal-Assistant Professor SOET" userId="S::mansi.kajal@krmangalam.edu.in::3c99de1c-7603-4b32-be41-7faffefca8f3" providerId="AD" clId="Web-{C984B0CF-AB81-C718-0624-C5A453EBD871}" dt="2026-07-20T06:55:12.426" v="40"/>
          <ac:spMkLst>
            <pc:docMk/>
            <pc:sldMk cId="0" sldId="260"/>
            <ac:spMk id="34" creationId="{00000000-0000-0000-0000-000000000000}"/>
          </ac:spMkLst>
        </pc:spChg>
        <pc:spChg chg="mod">
          <ac:chgData name="Mansi Kajal-Assistant Professor SOET" userId="S::mansi.kajal@krmangalam.edu.in::3c99de1c-7603-4b32-be41-7faffefca8f3" providerId="AD" clId="Web-{C984B0CF-AB81-C718-0624-C5A453EBD871}" dt="2026-07-20T06:55:12.426" v="41"/>
          <ac:spMkLst>
            <pc:docMk/>
            <pc:sldMk cId="0" sldId="260"/>
            <ac:spMk id="36" creationId="{00000000-0000-0000-0000-000000000000}"/>
          </ac:spMkLst>
        </pc:spChg>
        <pc:spChg chg="mod">
          <ac:chgData name="Mansi Kajal-Assistant Professor SOET" userId="S::mansi.kajal@krmangalam.edu.in::3c99de1c-7603-4b32-be41-7faffefca8f3" providerId="AD" clId="Web-{C984B0CF-AB81-C718-0624-C5A453EBD871}" dt="2026-07-20T06:55:12.426" v="42"/>
          <ac:spMkLst>
            <pc:docMk/>
            <pc:sldMk cId="0" sldId="260"/>
            <ac:spMk id="37" creationId="{00000000-0000-0000-0000-000000000000}"/>
          </ac:spMkLst>
        </pc:spChg>
        <pc:spChg chg="mod">
          <ac:chgData name="Mansi Kajal-Assistant Professor SOET" userId="S::mansi.kajal@krmangalam.edu.in::3c99de1c-7603-4b32-be41-7faffefca8f3" providerId="AD" clId="Web-{C984B0CF-AB81-C718-0624-C5A453EBD871}" dt="2026-07-20T06:55:12.816" v="43"/>
          <ac:spMkLst>
            <pc:docMk/>
            <pc:sldMk cId="0" sldId="260"/>
            <ac:spMk id="44" creationId="{00000000-0000-0000-0000-000000000000}"/>
          </ac:spMkLst>
        </pc:spChg>
      </pc:sldChg>
      <pc:sldChg chg="modSp">
        <pc:chgData name="Mansi Kajal-Assistant Professor SOET" userId="S::mansi.kajal@krmangalam.edu.in::3c99de1c-7603-4b32-be41-7faffefca8f3" providerId="AD" clId="Web-{C984B0CF-AB81-C718-0624-C5A453EBD871}" dt="2026-07-20T06:55:50.272" v="55"/>
        <pc:sldMkLst>
          <pc:docMk/>
          <pc:sldMk cId="0" sldId="261"/>
        </pc:sldMkLst>
        <pc:spChg chg="mod">
          <ac:chgData name="Mansi Kajal-Assistant Professor SOET" userId="S::mansi.kajal@krmangalam.edu.in::3c99de1c-7603-4b32-be41-7faffefca8f3" providerId="AD" clId="Web-{C984B0CF-AB81-C718-0624-C5A453EBD871}" dt="2026-07-20T06:55:49.178" v="45"/>
          <ac:spMkLst>
            <pc:docMk/>
            <pc:sldMk cId="0" sldId="261"/>
            <ac:spMk id="5" creationId="{00000000-0000-0000-0000-000000000000}"/>
          </ac:spMkLst>
        </pc:spChg>
        <pc:spChg chg="mod">
          <ac:chgData name="Mansi Kajal-Assistant Professor SOET" userId="S::mansi.kajal@krmangalam.edu.in::3c99de1c-7603-4b32-be41-7faffefca8f3" providerId="AD" clId="Web-{C984B0CF-AB81-C718-0624-C5A453EBD871}" dt="2026-07-20T06:55:49.194" v="46"/>
          <ac:spMkLst>
            <pc:docMk/>
            <pc:sldMk cId="0" sldId="261"/>
            <ac:spMk id="7" creationId="{00000000-0000-0000-0000-000000000000}"/>
          </ac:spMkLst>
        </pc:spChg>
        <pc:spChg chg="mod">
          <ac:chgData name="Mansi Kajal-Assistant Professor SOET" userId="S::mansi.kajal@krmangalam.edu.in::3c99de1c-7603-4b32-be41-7faffefca8f3" providerId="AD" clId="Web-{C984B0CF-AB81-C718-0624-C5A453EBD871}" dt="2026-07-20T06:55:49.194" v="47"/>
          <ac:spMkLst>
            <pc:docMk/>
            <pc:sldMk cId="0" sldId="261"/>
            <ac:spMk id="10" creationId="{00000000-0000-0000-0000-000000000000}"/>
          </ac:spMkLst>
        </pc:spChg>
        <pc:spChg chg="mod">
          <ac:chgData name="Mansi Kajal-Assistant Professor SOET" userId="S::mansi.kajal@krmangalam.edu.in::3c99de1c-7603-4b32-be41-7faffefca8f3" providerId="AD" clId="Web-{C984B0CF-AB81-C718-0624-C5A453EBD871}" dt="2026-07-20T06:55:49.194" v="48"/>
          <ac:spMkLst>
            <pc:docMk/>
            <pc:sldMk cId="0" sldId="261"/>
            <ac:spMk id="12" creationId="{00000000-0000-0000-0000-000000000000}"/>
          </ac:spMkLst>
        </pc:spChg>
        <pc:spChg chg="mod">
          <ac:chgData name="Mansi Kajal-Assistant Professor SOET" userId="S::mansi.kajal@krmangalam.edu.in::3c99de1c-7603-4b32-be41-7faffefca8f3" providerId="AD" clId="Web-{C984B0CF-AB81-C718-0624-C5A453EBD871}" dt="2026-07-20T06:55:49.194" v="49"/>
          <ac:spMkLst>
            <pc:docMk/>
            <pc:sldMk cId="0" sldId="261"/>
            <ac:spMk id="14" creationId="{00000000-0000-0000-0000-000000000000}"/>
          </ac:spMkLst>
        </pc:spChg>
        <pc:spChg chg="mod">
          <ac:chgData name="Mansi Kajal-Assistant Professor SOET" userId="S::mansi.kajal@krmangalam.edu.in::3c99de1c-7603-4b32-be41-7faffefca8f3" providerId="AD" clId="Web-{C984B0CF-AB81-C718-0624-C5A453EBD871}" dt="2026-07-20T06:55:49.194" v="50"/>
          <ac:spMkLst>
            <pc:docMk/>
            <pc:sldMk cId="0" sldId="261"/>
            <ac:spMk id="17" creationId="{00000000-0000-0000-0000-000000000000}"/>
          </ac:spMkLst>
        </pc:spChg>
        <pc:spChg chg="mod">
          <ac:chgData name="Mansi Kajal-Assistant Professor SOET" userId="S::mansi.kajal@krmangalam.edu.in::3c99de1c-7603-4b32-be41-7faffefca8f3" providerId="AD" clId="Web-{C984B0CF-AB81-C718-0624-C5A453EBD871}" dt="2026-07-20T06:55:49.194" v="51"/>
          <ac:spMkLst>
            <pc:docMk/>
            <pc:sldMk cId="0" sldId="261"/>
            <ac:spMk id="19" creationId="{00000000-0000-0000-0000-000000000000}"/>
          </ac:spMkLst>
        </pc:spChg>
        <pc:spChg chg="mod">
          <ac:chgData name="Mansi Kajal-Assistant Professor SOET" userId="S::mansi.kajal@krmangalam.edu.in::3c99de1c-7603-4b32-be41-7faffefca8f3" providerId="AD" clId="Web-{C984B0CF-AB81-C718-0624-C5A453EBD871}" dt="2026-07-20T06:55:49.194" v="52"/>
          <ac:spMkLst>
            <pc:docMk/>
            <pc:sldMk cId="0" sldId="261"/>
            <ac:spMk id="21" creationId="{00000000-0000-0000-0000-000000000000}"/>
          </ac:spMkLst>
        </pc:spChg>
        <pc:spChg chg="mod">
          <ac:chgData name="Mansi Kajal-Assistant Professor SOET" userId="S::mansi.kajal@krmangalam.edu.in::3c99de1c-7603-4b32-be41-7faffefca8f3" providerId="AD" clId="Web-{C984B0CF-AB81-C718-0624-C5A453EBD871}" dt="2026-07-20T06:55:49.194" v="53"/>
          <ac:spMkLst>
            <pc:docMk/>
            <pc:sldMk cId="0" sldId="261"/>
            <ac:spMk id="24" creationId="{00000000-0000-0000-0000-000000000000}"/>
          </ac:spMkLst>
        </pc:spChg>
        <pc:spChg chg="mod">
          <ac:chgData name="Mansi Kajal-Assistant Professor SOET" userId="S::mansi.kajal@krmangalam.edu.in::3c99de1c-7603-4b32-be41-7faffefca8f3" providerId="AD" clId="Web-{C984B0CF-AB81-C718-0624-C5A453EBD871}" dt="2026-07-20T06:55:49.194" v="54"/>
          <ac:spMkLst>
            <pc:docMk/>
            <pc:sldMk cId="0" sldId="261"/>
            <ac:spMk id="26" creationId="{00000000-0000-0000-0000-000000000000}"/>
          </ac:spMkLst>
        </pc:spChg>
        <pc:spChg chg="mod">
          <ac:chgData name="Mansi Kajal-Assistant Professor SOET" userId="S::mansi.kajal@krmangalam.edu.in::3c99de1c-7603-4b32-be41-7faffefca8f3" providerId="AD" clId="Web-{C984B0CF-AB81-C718-0624-C5A453EBD871}" dt="2026-07-20T06:55:50.272" v="55"/>
          <ac:spMkLst>
            <pc:docMk/>
            <pc:sldMk cId="0" sldId="261"/>
            <ac:spMk id="33" creationId="{00000000-0000-0000-0000-000000000000}"/>
          </ac:spMkLst>
        </pc:spChg>
      </pc:sldChg>
      <pc:sldChg chg="modSp">
        <pc:chgData name="Mansi Kajal-Assistant Professor SOET" userId="S::mansi.kajal@krmangalam.edu.in::3c99de1c-7603-4b32-be41-7faffefca8f3" providerId="AD" clId="Web-{C984B0CF-AB81-C718-0624-C5A453EBD871}" dt="2026-07-20T06:57:18.058" v="72" actId="1076"/>
        <pc:sldMkLst>
          <pc:docMk/>
          <pc:sldMk cId="0" sldId="262"/>
        </pc:sldMkLst>
        <pc:spChg chg="mod">
          <ac:chgData name="Mansi Kajal-Assistant Professor SOET" userId="S::mansi.kajal@krmangalam.edu.in::3c99de1c-7603-4b32-be41-7faffefca8f3" providerId="AD" clId="Web-{C984B0CF-AB81-C718-0624-C5A453EBD871}" dt="2026-07-20T06:56:06.086" v="56"/>
          <ac:spMkLst>
            <pc:docMk/>
            <pc:sldMk cId="0" sldId="262"/>
            <ac:spMk id="4" creationId="{00000000-0000-0000-0000-000000000000}"/>
          </ac:spMkLst>
        </pc:spChg>
        <pc:spChg chg="mod">
          <ac:chgData name="Mansi Kajal-Assistant Professor SOET" userId="S::mansi.kajal@krmangalam.edu.in::3c99de1c-7603-4b32-be41-7faffefca8f3" providerId="AD" clId="Web-{C984B0CF-AB81-C718-0624-C5A453EBD871}" dt="2026-07-20T06:56:06.086" v="57"/>
          <ac:spMkLst>
            <pc:docMk/>
            <pc:sldMk cId="0" sldId="262"/>
            <ac:spMk id="9" creationId="{00000000-0000-0000-0000-000000000000}"/>
          </ac:spMkLst>
        </pc:spChg>
        <pc:spChg chg="mod">
          <ac:chgData name="Mansi Kajal-Assistant Professor SOET" userId="S::mansi.kajal@krmangalam.edu.in::3c99de1c-7603-4b32-be41-7faffefca8f3" providerId="AD" clId="Web-{C984B0CF-AB81-C718-0624-C5A453EBD871}" dt="2026-07-20T06:56:06.086" v="58"/>
          <ac:spMkLst>
            <pc:docMk/>
            <pc:sldMk cId="0" sldId="262"/>
            <ac:spMk id="10" creationId="{00000000-0000-0000-0000-000000000000}"/>
          </ac:spMkLst>
        </pc:spChg>
        <pc:spChg chg="mod">
          <ac:chgData name="Mansi Kajal-Assistant Professor SOET" userId="S::mansi.kajal@krmangalam.edu.in::3c99de1c-7603-4b32-be41-7faffefca8f3" providerId="AD" clId="Web-{C984B0CF-AB81-C718-0624-C5A453EBD871}" dt="2026-07-20T06:56:06.101" v="60"/>
          <ac:spMkLst>
            <pc:docMk/>
            <pc:sldMk cId="0" sldId="262"/>
            <ac:spMk id="15" creationId="{00000000-0000-0000-0000-000000000000}"/>
          </ac:spMkLst>
        </pc:spChg>
        <pc:spChg chg="mod">
          <ac:chgData name="Mansi Kajal-Assistant Professor SOET" userId="S::mansi.kajal@krmangalam.edu.in::3c99de1c-7603-4b32-be41-7faffefca8f3" providerId="AD" clId="Web-{C984B0CF-AB81-C718-0624-C5A453EBD871}" dt="2026-07-20T06:56:06.101" v="61"/>
          <ac:spMkLst>
            <pc:docMk/>
            <pc:sldMk cId="0" sldId="262"/>
            <ac:spMk id="16" creationId="{00000000-0000-0000-0000-000000000000}"/>
          </ac:spMkLst>
        </pc:spChg>
        <pc:spChg chg="mod">
          <ac:chgData name="Mansi Kajal-Assistant Professor SOET" userId="S::mansi.kajal@krmangalam.edu.in::3c99de1c-7603-4b32-be41-7faffefca8f3" providerId="AD" clId="Web-{C984B0CF-AB81-C718-0624-C5A453EBD871}" dt="2026-07-20T06:56:06.101" v="62"/>
          <ac:spMkLst>
            <pc:docMk/>
            <pc:sldMk cId="0" sldId="262"/>
            <ac:spMk id="19" creationId="{00000000-0000-0000-0000-000000000000}"/>
          </ac:spMkLst>
        </pc:spChg>
        <pc:spChg chg="mod">
          <ac:chgData name="Mansi Kajal-Assistant Professor SOET" userId="S::mansi.kajal@krmangalam.edu.in::3c99de1c-7603-4b32-be41-7faffefca8f3" providerId="AD" clId="Web-{C984B0CF-AB81-C718-0624-C5A453EBD871}" dt="2026-07-20T06:56:06.101" v="63"/>
          <ac:spMkLst>
            <pc:docMk/>
            <pc:sldMk cId="0" sldId="262"/>
            <ac:spMk id="22" creationId="{00000000-0000-0000-0000-000000000000}"/>
          </ac:spMkLst>
        </pc:spChg>
        <pc:spChg chg="mod">
          <ac:chgData name="Mansi Kajal-Assistant Professor SOET" userId="S::mansi.kajal@krmangalam.edu.in::3c99de1c-7603-4b32-be41-7faffefca8f3" providerId="AD" clId="Web-{C984B0CF-AB81-C718-0624-C5A453EBD871}" dt="2026-07-20T06:56:06.101" v="64"/>
          <ac:spMkLst>
            <pc:docMk/>
            <pc:sldMk cId="0" sldId="262"/>
            <ac:spMk id="25" creationId="{00000000-0000-0000-0000-000000000000}"/>
          </ac:spMkLst>
        </pc:spChg>
        <pc:spChg chg="mod">
          <ac:chgData name="Mansi Kajal-Assistant Professor SOET" userId="S::mansi.kajal@krmangalam.edu.in::3c99de1c-7603-4b32-be41-7faffefca8f3" providerId="AD" clId="Web-{C984B0CF-AB81-C718-0624-C5A453EBD871}" dt="2026-07-20T06:56:06.101" v="65"/>
          <ac:spMkLst>
            <pc:docMk/>
            <pc:sldMk cId="0" sldId="262"/>
            <ac:spMk id="28" creationId="{00000000-0000-0000-0000-000000000000}"/>
          </ac:spMkLst>
        </pc:spChg>
        <pc:spChg chg="mod">
          <ac:chgData name="Mansi Kajal-Assistant Professor SOET" userId="S::mansi.kajal@krmangalam.edu.in::3c99de1c-7603-4b32-be41-7faffefca8f3" providerId="AD" clId="Web-{C984B0CF-AB81-C718-0624-C5A453EBD871}" dt="2026-07-20T06:57:18.058" v="72" actId="1076"/>
          <ac:spMkLst>
            <pc:docMk/>
            <pc:sldMk cId="0" sldId="262"/>
            <ac:spMk id="29" creationId="{00000000-0000-0000-0000-000000000000}"/>
          </ac:spMkLst>
        </pc:spChg>
        <pc:spChg chg="mod">
          <ac:chgData name="Mansi Kajal-Assistant Professor SOET" userId="S::mansi.kajal@krmangalam.edu.in::3c99de1c-7603-4b32-be41-7faffefca8f3" providerId="AD" clId="Web-{C984B0CF-AB81-C718-0624-C5A453EBD871}" dt="2026-07-20T06:56:06.101" v="67"/>
          <ac:spMkLst>
            <pc:docMk/>
            <pc:sldMk cId="0" sldId="262"/>
            <ac:spMk id="33" creationId="{00000000-0000-0000-0000-000000000000}"/>
          </ac:spMkLst>
        </pc:spChg>
        <pc:spChg chg="mod">
          <ac:chgData name="Mansi Kajal-Assistant Professor SOET" userId="S::mansi.kajal@krmangalam.edu.in::3c99de1c-7603-4b32-be41-7faffefca8f3" providerId="AD" clId="Web-{C984B0CF-AB81-C718-0624-C5A453EBD871}" dt="2026-07-20T06:56:06.101" v="68"/>
          <ac:spMkLst>
            <pc:docMk/>
            <pc:sldMk cId="0" sldId="262"/>
            <ac:spMk id="34" creationId="{00000000-0000-0000-0000-000000000000}"/>
          </ac:spMkLst>
        </pc:spChg>
        <pc:spChg chg="mod">
          <ac:chgData name="Mansi Kajal-Assistant Professor SOET" userId="S::mansi.kajal@krmangalam.edu.in::3c99de1c-7603-4b32-be41-7faffefca8f3" providerId="AD" clId="Web-{C984B0CF-AB81-C718-0624-C5A453EBD871}" dt="2026-07-20T06:56:06.101" v="69"/>
          <ac:spMkLst>
            <pc:docMk/>
            <pc:sldMk cId="0" sldId="262"/>
            <ac:spMk id="36" creationId="{00000000-0000-0000-0000-000000000000}"/>
          </ac:spMkLst>
        </pc:spChg>
        <pc:spChg chg="mod">
          <ac:chgData name="Mansi Kajal-Assistant Professor SOET" userId="S::mansi.kajal@krmangalam.edu.in::3c99de1c-7603-4b32-be41-7faffefca8f3" providerId="AD" clId="Web-{C984B0CF-AB81-C718-0624-C5A453EBD871}" dt="2026-07-20T06:56:06.945" v="71"/>
          <ac:spMkLst>
            <pc:docMk/>
            <pc:sldMk cId="0" sldId="262"/>
            <ac:spMk id="43" creationId="{00000000-0000-0000-0000-000000000000}"/>
          </ac:spMkLst>
        </pc:spChg>
      </pc:sldChg>
      <pc:sldChg chg="delSp modSp">
        <pc:chgData name="Mansi Kajal-Assistant Professor SOET" userId="S::mansi.kajal@krmangalam.edu.in::3c99de1c-7603-4b32-be41-7faffefca8f3" providerId="AD" clId="Web-{C984B0CF-AB81-C718-0624-C5A453EBD871}" dt="2026-07-20T06:57:46.966" v="109"/>
        <pc:sldMkLst>
          <pc:docMk/>
          <pc:sldMk cId="0" sldId="263"/>
        </pc:sldMkLst>
        <pc:spChg chg="mod">
          <ac:chgData name="Mansi Kajal-Assistant Professor SOET" userId="S::mansi.kajal@krmangalam.edu.in::3c99de1c-7603-4b32-be41-7faffefca8f3" providerId="AD" clId="Web-{C984B0CF-AB81-C718-0624-C5A453EBD871}" dt="2026-07-20T06:57:46.513" v="92"/>
          <ac:spMkLst>
            <pc:docMk/>
            <pc:sldMk cId="0" sldId="263"/>
            <ac:spMk id="9" creationId="{00000000-0000-0000-0000-000000000000}"/>
          </ac:spMkLst>
        </pc:spChg>
        <pc:spChg chg="mod">
          <ac:chgData name="Mansi Kajal-Assistant Professor SOET" userId="S::mansi.kajal@krmangalam.edu.in::3c99de1c-7603-4b32-be41-7faffefca8f3" providerId="AD" clId="Web-{C984B0CF-AB81-C718-0624-C5A453EBD871}" dt="2026-07-20T06:57:46.513" v="93"/>
          <ac:spMkLst>
            <pc:docMk/>
            <pc:sldMk cId="0" sldId="263"/>
            <ac:spMk id="11" creationId="{00000000-0000-0000-0000-000000000000}"/>
          </ac:spMkLst>
        </pc:spChg>
        <pc:spChg chg="mod">
          <ac:chgData name="Mansi Kajal-Assistant Professor SOET" userId="S::mansi.kajal@krmangalam.edu.in::3c99de1c-7603-4b32-be41-7faffefca8f3" providerId="AD" clId="Web-{C984B0CF-AB81-C718-0624-C5A453EBD871}" dt="2026-07-20T06:57:46.513" v="94"/>
          <ac:spMkLst>
            <pc:docMk/>
            <pc:sldMk cId="0" sldId="263"/>
            <ac:spMk id="15" creationId="{00000000-0000-0000-0000-000000000000}"/>
          </ac:spMkLst>
        </pc:spChg>
        <pc:spChg chg="mod">
          <ac:chgData name="Mansi Kajal-Assistant Professor SOET" userId="S::mansi.kajal@krmangalam.edu.in::3c99de1c-7603-4b32-be41-7faffefca8f3" providerId="AD" clId="Web-{C984B0CF-AB81-C718-0624-C5A453EBD871}" dt="2026-07-20T06:57:46.513" v="95"/>
          <ac:spMkLst>
            <pc:docMk/>
            <pc:sldMk cId="0" sldId="263"/>
            <ac:spMk id="16" creationId="{00000000-0000-0000-0000-000000000000}"/>
          </ac:spMkLst>
        </pc:spChg>
        <pc:spChg chg="mod">
          <ac:chgData name="Mansi Kajal-Assistant Professor SOET" userId="S::mansi.kajal@krmangalam.edu.in::3c99de1c-7603-4b32-be41-7faffefca8f3" providerId="AD" clId="Web-{C984B0CF-AB81-C718-0624-C5A453EBD871}" dt="2026-07-20T06:57:46.513" v="96"/>
          <ac:spMkLst>
            <pc:docMk/>
            <pc:sldMk cId="0" sldId="263"/>
            <ac:spMk id="20" creationId="{00000000-0000-0000-0000-000000000000}"/>
          </ac:spMkLst>
        </pc:spChg>
        <pc:spChg chg="mod">
          <ac:chgData name="Mansi Kajal-Assistant Professor SOET" userId="S::mansi.kajal@krmangalam.edu.in::3c99de1c-7603-4b32-be41-7faffefca8f3" providerId="AD" clId="Web-{C984B0CF-AB81-C718-0624-C5A453EBD871}" dt="2026-07-20T06:57:46.513" v="97"/>
          <ac:spMkLst>
            <pc:docMk/>
            <pc:sldMk cId="0" sldId="263"/>
            <ac:spMk id="21" creationId="{00000000-0000-0000-0000-000000000000}"/>
          </ac:spMkLst>
        </pc:spChg>
        <pc:spChg chg="mod">
          <ac:chgData name="Mansi Kajal-Assistant Professor SOET" userId="S::mansi.kajal@krmangalam.edu.in::3c99de1c-7603-4b32-be41-7faffefca8f3" providerId="AD" clId="Web-{C984B0CF-AB81-C718-0624-C5A453EBD871}" dt="2026-07-20T06:57:46.513" v="98"/>
          <ac:spMkLst>
            <pc:docMk/>
            <pc:sldMk cId="0" sldId="263"/>
            <ac:spMk id="25" creationId="{00000000-0000-0000-0000-000000000000}"/>
          </ac:spMkLst>
        </pc:spChg>
        <pc:spChg chg="mod">
          <ac:chgData name="Mansi Kajal-Assistant Professor SOET" userId="S::mansi.kajal@krmangalam.edu.in::3c99de1c-7603-4b32-be41-7faffefca8f3" providerId="AD" clId="Web-{C984B0CF-AB81-C718-0624-C5A453EBD871}" dt="2026-07-20T06:57:46.513" v="99"/>
          <ac:spMkLst>
            <pc:docMk/>
            <pc:sldMk cId="0" sldId="263"/>
            <ac:spMk id="26" creationId="{00000000-0000-0000-0000-000000000000}"/>
          </ac:spMkLst>
        </pc:spChg>
        <pc:spChg chg="mod">
          <ac:chgData name="Mansi Kajal-Assistant Professor SOET" userId="S::mansi.kajal@krmangalam.edu.in::3c99de1c-7603-4b32-be41-7faffefca8f3" providerId="AD" clId="Web-{C984B0CF-AB81-C718-0624-C5A453EBD871}" dt="2026-07-20T06:57:46.513" v="100"/>
          <ac:spMkLst>
            <pc:docMk/>
            <pc:sldMk cId="0" sldId="263"/>
            <ac:spMk id="30" creationId="{00000000-0000-0000-0000-000000000000}"/>
          </ac:spMkLst>
        </pc:spChg>
        <pc:spChg chg="mod">
          <ac:chgData name="Mansi Kajal-Assistant Professor SOET" userId="S::mansi.kajal@krmangalam.edu.in::3c99de1c-7603-4b32-be41-7faffefca8f3" providerId="AD" clId="Web-{C984B0CF-AB81-C718-0624-C5A453EBD871}" dt="2026-07-20T06:57:46.513" v="101"/>
          <ac:spMkLst>
            <pc:docMk/>
            <pc:sldMk cId="0" sldId="263"/>
            <ac:spMk id="31" creationId="{00000000-0000-0000-0000-000000000000}"/>
          </ac:spMkLst>
        </pc:spChg>
        <pc:spChg chg="mod">
          <ac:chgData name="Mansi Kajal-Assistant Professor SOET" userId="S::mansi.kajal@krmangalam.edu.in::3c99de1c-7603-4b32-be41-7faffefca8f3" providerId="AD" clId="Web-{C984B0CF-AB81-C718-0624-C5A453EBD871}" dt="2026-07-20T06:57:46.513" v="102"/>
          <ac:spMkLst>
            <pc:docMk/>
            <pc:sldMk cId="0" sldId="263"/>
            <ac:spMk id="35" creationId="{00000000-0000-0000-0000-000000000000}"/>
          </ac:spMkLst>
        </pc:spChg>
        <pc:spChg chg="mod">
          <ac:chgData name="Mansi Kajal-Assistant Professor SOET" userId="S::mansi.kajal@krmangalam.edu.in::3c99de1c-7603-4b32-be41-7faffefca8f3" providerId="AD" clId="Web-{C984B0CF-AB81-C718-0624-C5A453EBD871}" dt="2026-07-20T06:57:46.513" v="103"/>
          <ac:spMkLst>
            <pc:docMk/>
            <pc:sldMk cId="0" sldId="263"/>
            <ac:spMk id="36" creationId="{00000000-0000-0000-0000-000000000000}"/>
          </ac:spMkLst>
        </pc:spChg>
        <pc:spChg chg="mod">
          <ac:chgData name="Mansi Kajal-Assistant Professor SOET" userId="S::mansi.kajal@krmangalam.edu.in::3c99de1c-7603-4b32-be41-7faffefca8f3" providerId="AD" clId="Web-{C984B0CF-AB81-C718-0624-C5A453EBD871}" dt="2026-07-20T06:57:46.528" v="104"/>
          <ac:spMkLst>
            <pc:docMk/>
            <pc:sldMk cId="0" sldId="263"/>
            <ac:spMk id="40" creationId="{00000000-0000-0000-0000-000000000000}"/>
          </ac:spMkLst>
        </pc:spChg>
        <pc:spChg chg="mod">
          <ac:chgData name="Mansi Kajal-Assistant Professor SOET" userId="S::mansi.kajal@krmangalam.edu.in::3c99de1c-7603-4b32-be41-7faffefca8f3" providerId="AD" clId="Web-{C984B0CF-AB81-C718-0624-C5A453EBD871}" dt="2026-07-20T06:57:46.528" v="105"/>
          <ac:spMkLst>
            <pc:docMk/>
            <pc:sldMk cId="0" sldId="263"/>
            <ac:spMk id="41" creationId="{00000000-0000-0000-0000-000000000000}"/>
          </ac:spMkLst>
        </pc:spChg>
        <pc:spChg chg="mod">
          <ac:chgData name="Mansi Kajal-Assistant Professor SOET" userId="S::mansi.kajal@krmangalam.edu.in::3c99de1c-7603-4b32-be41-7faffefca8f3" providerId="AD" clId="Web-{C984B0CF-AB81-C718-0624-C5A453EBD871}" dt="2026-07-20T06:57:46.528" v="106"/>
          <ac:spMkLst>
            <pc:docMk/>
            <pc:sldMk cId="0" sldId="263"/>
            <ac:spMk id="45" creationId="{00000000-0000-0000-0000-000000000000}"/>
          </ac:spMkLst>
        </pc:spChg>
        <pc:spChg chg="mod">
          <ac:chgData name="Mansi Kajal-Assistant Professor SOET" userId="S::mansi.kajal@krmangalam.edu.in::3c99de1c-7603-4b32-be41-7faffefca8f3" providerId="AD" clId="Web-{C984B0CF-AB81-C718-0624-C5A453EBD871}" dt="2026-07-20T06:57:46.528" v="107"/>
          <ac:spMkLst>
            <pc:docMk/>
            <pc:sldMk cId="0" sldId="263"/>
            <ac:spMk id="46" creationId="{00000000-0000-0000-0000-000000000000}"/>
          </ac:spMkLst>
        </pc:spChg>
        <pc:spChg chg="mod">
          <ac:chgData name="Mansi Kajal-Assistant Professor SOET" userId="S::mansi.kajal@krmangalam.edu.in::3c99de1c-7603-4b32-be41-7faffefca8f3" providerId="AD" clId="Web-{C984B0CF-AB81-C718-0624-C5A453EBD871}" dt="2026-07-20T06:57:46.528" v="108"/>
          <ac:spMkLst>
            <pc:docMk/>
            <pc:sldMk cId="0" sldId="263"/>
            <ac:spMk id="50" creationId="{00000000-0000-0000-0000-000000000000}"/>
          </ac:spMkLst>
        </pc:spChg>
        <pc:spChg chg="mod">
          <ac:chgData name="Mansi Kajal-Assistant Professor SOET" userId="S::mansi.kajal@krmangalam.edu.in::3c99de1c-7603-4b32-be41-7faffefca8f3" providerId="AD" clId="Web-{C984B0CF-AB81-C718-0624-C5A453EBD871}" dt="2026-07-20T06:57:46.966" v="109"/>
          <ac:spMkLst>
            <pc:docMk/>
            <pc:sldMk cId="0" sldId="263"/>
            <ac:spMk id="51" creationId="{00000000-0000-0000-0000-000000000000}"/>
          </ac:spMkLst>
        </pc:spChg>
      </pc:sldChg>
      <pc:sldChg chg="modSp">
        <pc:chgData name="Mansi Kajal-Assistant Professor SOET" userId="S::mansi.kajal@krmangalam.edu.in::3c99de1c-7603-4b32-be41-7faffefca8f3" providerId="AD" clId="Web-{C984B0CF-AB81-C718-0624-C5A453EBD871}" dt="2026-07-20T06:58:12.123" v="147"/>
        <pc:sldMkLst>
          <pc:docMk/>
          <pc:sldMk cId="0" sldId="264"/>
        </pc:sldMkLst>
        <pc:spChg chg="mod">
          <ac:chgData name="Mansi Kajal-Assistant Professor SOET" userId="S::mansi.kajal@krmangalam.edu.in::3c99de1c-7603-4b32-be41-7faffefca8f3" providerId="AD" clId="Web-{C984B0CF-AB81-C718-0624-C5A453EBD871}" dt="2026-07-20T06:58:10.905" v="129"/>
          <ac:spMkLst>
            <pc:docMk/>
            <pc:sldMk cId="0" sldId="264"/>
            <ac:spMk id="4" creationId="{00000000-0000-0000-0000-000000000000}"/>
          </ac:spMkLst>
        </pc:spChg>
        <pc:spChg chg="mod">
          <ac:chgData name="Mansi Kajal-Assistant Professor SOET" userId="S::mansi.kajal@krmangalam.edu.in::3c99de1c-7603-4b32-be41-7faffefca8f3" providerId="AD" clId="Web-{C984B0CF-AB81-C718-0624-C5A453EBD871}" dt="2026-07-20T06:58:10.905" v="130"/>
          <ac:spMkLst>
            <pc:docMk/>
            <pc:sldMk cId="0" sldId="264"/>
            <ac:spMk id="9" creationId="{00000000-0000-0000-0000-000000000000}"/>
          </ac:spMkLst>
        </pc:spChg>
        <pc:spChg chg="mod">
          <ac:chgData name="Mansi Kajal-Assistant Professor SOET" userId="S::mansi.kajal@krmangalam.edu.in::3c99de1c-7603-4b32-be41-7faffefca8f3" providerId="AD" clId="Web-{C984B0CF-AB81-C718-0624-C5A453EBD871}" dt="2026-07-20T06:58:10.905" v="132"/>
          <ac:spMkLst>
            <pc:docMk/>
            <pc:sldMk cId="0" sldId="264"/>
            <ac:spMk id="12" creationId="{00000000-0000-0000-0000-000000000000}"/>
          </ac:spMkLst>
        </pc:spChg>
        <pc:spChg chg="mod">
          <ac:chgData name="Mansi Kajal-Assistant Professor SOET" userId="S::mansi.kajal@krmangalam.edu.in::3c99de1c-7603-4b32-be41-7faffefca8f3" providerId="AD" clId="Web-{C984B0CF-AB81-C718-0624-C5A453EBD871}" dt="2026-07-20T06:58:10.905" v="133"/>
          <ac:spMkLst>
            <pc:docMk/>
            <pc:sldMk cId="0" sldId="264"/>
            <ac:spMk id="16" creationId="{00000000-0000-0000-0000-000000000000}"/>
          </ac:spMkLst>
        </pc:spChg>
        <pc:spChg chg="mod">
          <ac:chgData name="Mansi Kajal-Assistant Professor SOET" userId="S::mansi.kajal@krmangalam.edu.in::3c99de1c-7603-4b32-be41-7faffefca8f3" providerId="AD" clId="Web-{C984B0CF-AB81-C718-0624-C5A453EBD871}" dt="2026-07-20T06:58:10.905" v="135"/>
          <ac:spMkLst>
            <pc:docMk/>
            <pc:sldMk cId="0" sldId="264"/>
            <ac:spMk id="19" creationId="{00000000-0000-0000-0000-000000000000}"/>
          </ac:spMkLst>
        </pc:spChg>
        <pc:spChg chg="mod">
          <ac:chgData name="Mansi Kajal-Assistant Professor SOET" userId="S::mansi.kajal@krmangalam.edu.in::3c99de1c-7603-4b32-be41-7faffefca8f3" providerId="AD" clId="Web-{C984B0CF-AB81-C718-0624-C5A453EBD871}" dt="2026-07-20T06:58:10.920" v="136"/>
          <ac:spMkLst>
            <pc:docMk/>
            <pc:sldMk cId="0" sldId="264"/>
            <ac:spMk id="23" creationId="{00000000-0000-0000-0000-000000000000}"/>
          </ac:spMkLst>
        </pc:spChg>
        <pc:spChg chg="mod">
          <ac:chgData name="Mansi Kajal-Assistant Professor SOET" userId="S::mansi.kajal@krmangalam.edu.in::3c99de1c-7603-4b32-be41-7faffefca8f3" providerId="AD" clId="Web-{C984B0CF-AB81-C718-0624-C5A453EBD871}" dt="2026-07-20T06:58:10.920" v="138"/>
          <ac:spMkLst>
            <pc:docMk/>
            <pc:sldMk cId="0" sldId="264"/>
            <ac:spMk id="26" creationId="{00000000-0000-0000-0000-000000000000}"/>
          </ac:spMkLst>
        </pc:spChg>
        <pc:spChg chg="mod">
          <ac:chgData name="Mansi Kajal-Assistant Professor SOET" userId="S::mansi.kajal@krmangalam.edu.in::3c99de1c-7603-4b32-be41-7faffefca8f3" providerId="AD" clId="Web-{C984B0CF-AB81-C718-0624-C5A453EBD871}" dt="2026-07-20T06:58:10.920" v="139"/>
          <ac:spMkLst>
            <pc:docMk/>
            <pc:sldMk cId="0" sldId="264"/>
            <ac:spMk id="30" creationId="{00000000-0000-0000-0000-000000000000}"/>
          </ac:spMkLst>
        </pc:spChg>
        <pc:spChg chg="mod">
          <ac:chgData name="Mansi Kajal-Assistant Professor SOET" userId="S::mansi.kajal@krmangalam.edu.in::3c99de1c-7603-4b32-be41-7faffefca8f3" providerId="AD" clId="Web-{C984B0CF-AB81-C718-0624-C5A453EBD871}" dt="2026-07-20T06:58:10.920" v="141"/>
          <ac:spMkLst>
            <pc:docMk/>
            <pc:sldMk cId="0" sldId="264"/>
            <ac:spMk id="33" creationId="{00000000-0000-0000-0000-000000000000}"/>
          </ac:spMkLst>
        </pc:spChg>
        <pc:spChg chg="mod">
          <ac:chgData name="Mansi Kajal-Assistant Professor SOET" userId="S::mansi.kajal@krmangalam.edu.in::3c99de1c-7603-4b32-be41-7faffefca8f3" providerId="AD" clId="Web-{C984B0CF-AB81-C718-0624-C5A453EBD871}" dt="2026-07-20T06:58:10.920" v="142"/>
          <ac:spMkLst>
            <pc:docMk/>
            <pc:sldMk cId="0" sldId="264"/>
            <ac:spMk id="37" creationId="{00000000-0000-0000-0000-000000000000}"/>
          </ac:spMkLst>
        </pc:spChg>
        <pc:spChg chg="mod">
          <ac:chgData name="Mansi Kajal-Assistant Professor SOET" userId="S::mansi.kajal@krmangalam.edu.in::3c99de1c-7603-4b32-be41-7faffefca8f3" providerId="AD" clId="Web-{C984B0CF-AB81-C718-0624-C5A453EBD871}" dt="2026-07-20T06:58:10.920" v="144"/>
          <ac:spMkLst>
            <pc:docMk/>
            <pc:sldMk cId="0" sldId="264"/>
            <ac:spMk id="40" creationId="{00000000-0000-0000-0000-000000000000}"/>
          </ac:spMkLst>
        </pc:spChg>
        <pc:spChg chg="mod">
          <ac:chgData name="Mansi Kajal-Assistant Professor SOET" userId="S::mansi.kajal@krmangalam.edu.in::3c99de1c-7603-4b32-be41-7faffefca8f3" providerId="AD" clId="Web-{C984B0CF-AB81-C718-0624-C5A453EBD871}" dt="2026-07-20T06:58:10.920" v="145"/>
          <ac:spMkLst>
            <pc:docMk/>
            <pc:sldMk cId="0" sldId="264"/>
            <ac:spMk id="44" creationId="{00000000-0000-0000-0000-000000000000}"/>
          </ac:spMkLst>
        </pc:spChg>
        <pc:spChg chg="mod">
          <ac:chgData name="Mansi Kajal-Assistant Professor SOET" userId="S::mansi.kajal@krmangalam.edu.in::3c99de1c-7603-4b32-be41-7faffefca8f3" providerId="AD" clId="Web-{C984B0CF-AB81-C718-0624-C5A453EBD871}" dt="2026-07-20T06:58:12.123" v="147"/>
          <ac:spMkLst>
            <pc:docMk/>
            <pc:sldMk cId="0" sldId="264"/>
            <ac:spMk id="47" creationId="{00000000-0000-0000-0000-000000000000}"/>
          </ac:spMkLst>
        </pc:spChg>
      </pc:sldChg>
      <pc:sldChg chg="modSp">
        <pc:chgData name="Mansi Kajal-Assistant Professor SOET" userId="S::mansi.kajal@krmangalam.edu.in::3c99de1c-7603-4b32-be41-7faffefca8f3" providerId="AD" clId="Web-{C984B0CF-AB81-C718-0624-C5A453EBD871}" dt="2026-07-20T06:59:17.188" v="166"/>
        <pc:sldMkLst>
          <pc:docMk/>
          <pc:sldMk cId="0" sldId="265"/>
        </pc:sldMkLst>
        <pc:spChg chg="mod">
          <ac:chgData name="Mansi Kajal-Assistant Professor SOET" userId="S::mansi.kajal@krmangalam.edu.in::3c99de1c-7603-4b32-be41-7faffefca8f3" providerId="AD" clId="Web-{C984B0CF-AB81-C718-0624-C5A453EBD871}" dt="2026-07-20T06:59:16.657" v="148"/>
          <ac:spMkLst>
            <pc:docMk/>
            <pc:sldMk cId="0" sldId="265"/>
            <ac:spMk id="7" creationId="{00000000-0000-0000-0000-000000000000}"/>
          </ac:spMkLst>
        </pc:spChg>
        <pc:spChg chg="mod">
          <ac:chgData name="Mansi Kajal-Assistant Professor SOET" userId="S::mansi.kajal@krmangalam.edu.in::3c99de1c-7603-4b32-be41-7faffefca8f3" providerId="AD" clId="Web-{C984B0CF-AB81-C718-0624-C5A453EBD871}" dt="2026-07-20T06:59:16.657" v="150"/>
          <ac:spMkLst>
            <pc:docMk/>
            <pc:sldMk cId="0" sldId="265"/>
            <ac:spMk id="10" creationId="{00000000-0000-0000-0000-000000000000}"/>
          </ac:spMkLst>
        </pc:spChg>
        <pc:spChg chg="mod">
          <ac:chgData name="Mansi Kajal-Assistant Professor SOET" userId="S::mansi.kajal@krmangalam.edu.in::3c99de1c-7603-4b32-be41-7faffefca8f3" providerId="AD" clId="Web-{C984B0CF-AB81-C718-0624-C5A453EBD871}" dt="2026-07-20T06:59:16.657" v="151"/>
          <ac:spMkLst>
            <pc:docMk/>
            <pc:sldMk cId="0" sldId="265"/>
            <ac:spMk id="11" creationId="{00000000-0000-0000-0000-000000000000}"/>
          </ac:spMkLst>
        </pc:spChg>
        <pc:spChg chg="mod">
          <ac:chgData name="Mansi Kajal-Assistant Professor SOET" userId="S::mansi.kajal@krmangalam.edu.in::3c99de1c-7603-4b32-be41-7faffefca8f3" providerId="AD" clId="Web-{C984B0CF-AB81-C718-0624-C5A453EBD871}" dt="2026-07-20T06:59:16.657" v="152"/>
          <ac:spMkLst>
            <pc:docMk/>
            <pc:sldMk cId="0" sldId="265"/>
            <ac:spMk id="12" creationId="{00000000-0000-0000-0000-000000000000}"/>
          </ac:spMkLst>
        </pc:spChg>
        <pc:spChg chg="mod">
          <ac:chgData name="Mansi Kajal-Assistant Professor SOET" userId="S::mansi.kajal@krmangalam.edu.in::3c99de1c-7603-4b32-be41-7faffefca8f3" providerId="AD" clId="Web-{C984B0CF-AB81-C718-0624-C5A453EBD871}" dt="2026-07-20T06:59:16.657" v="153"/>
          <ac:spMkLst>
            <pc:docMk/>
            <pc:sldMk cId="0" sldId="265"/>
            <ac:spMk id="13" creationId="{00000000-0000-0000-0000-000000000000}"/>
          </ac:spMkLst>
        </pc:spChg>
        <pc:spChg chg="mod">
          <ac:chgData name="Mansi Kajal-Assistant Professor SOET" userId="S::mansi.kajal@krmangalam.edu.in::3c99de1c-7603-4b32-be41-7faffefca8f3" providerId="AD" clId="Web-{C984B0CF-AB81-C718-0624-C5A453EBD871}" dt="2026-07-20T06:59:16.673" v="154"/>
          <ac:spMkLst>
            <pc:docMk/>
            <pc:sldMk cId="0" sldId="265"/>
            <ac:spMk id="15" creationId="{00000000-0000-0000-0000-000000000000}"/>
          </ac:spMkLst>
        </pc:spChg>
        <pc:spChg chg="mod">
          <ac:chgData name="Mansi Kajal-Assistant Professor SOET" userId="S::mansi.kajal@krmangalam.edu.in::3c99de1c-7603-4b32-be41-7faffefca8f3" providerId="AD" clId="Web-{C984B0CF-AB81-C718-0624-C5A453EBD871}" dt="2026-07-20T06:59:16.673" v="155"/>
          <ac:spMkLst>
            <pc:docMk/>
            <pc:sldMk cId="0" sldId="265"/>
            <ac:spMk id="16" creationId="{00000000-0000-0000-0000-000000000000}"/>
          </ac:spMkLst>
        </pc:spChg>
        <pc:spChg chg="mod">
          <ac:chgData name="Mansi Kajal-Assistant Professor SOET" userId="S::mansi.kajal@krmangalam.edu.in::3c99de1c-7603-4b32-be41-7faffefca8f3" providerId="AD" clId="Web-{C984B0CF-AB81-C718-0624-C5A453EBD871}" dt="2026-07-20T06:59:16.673" v="156"/>
          <ac:spMkLst>
            <pc:docMk/>
            <pc:sldMk cId="0" sldId="265"/>
            <ac:spMk id="17" creationId="{00000000-0000-0000-0000-000000000000}"/>
          </ac:spMkLst>
        </pc:spChg>
        <pc:spChg chg="mod">
          <ac:chgData name="Mansi Kajal-Assistant Professor SOET" userId="S::mansi.kajal@krmangalam.edu.in::3c99de1c-7603-4b32-be41-7faffefca8f3" providerId="AD" clId="Web-{C984B0CF-AB81-C718-0624-C5A453EBD871}" dt="2026-07-20T06:59:16.673" v="157"/>
          <ac:spMkLst>
            <pc:docMk/>
            <pc:sldMk cId="0" sldId="265"/>
            <ac:spMk id="18" creationId="{00000000-0000-0000-0000-000000000000}"/>
          </ac:spMkLst>
        </pc:spChg>
        <pc:spChg chg="mod">
          <ac:chgData name="Mansi Kajal-Assistant Professor SOET" userId="S::mansi.kajal@krmangalam.edu.in::3c99de1c-7603-4b32-be41-7faffefca8f3" providerId="AD" clId="Web-{C984B0CF-AB81-C718-0624-C5A453EBD871}" dt="2026-07-20T06:59:16.673" v="158"/>
          <ac:spMkLst>
            <pc:docMk/>
            <pc:sldMk cId="0" sldId="265"/>
            <ac:spMk id="20" creationId="{00000000-0000-0000-0000-000000000000}"/>
          </ac:spMkLst>
        </pc:spChg>
        <pc:spChg chg="mod">
          <ac:chgData name="Mansi Kajal-Assistant Professor SOET" userId="S::mansi.kajal@krmangalam.edu.in::3c99de1c-7603-4b32-be41-7faffefca8f3" providerId="AD" clId="Web-{C984B0CF-AB81-C718-0624-C5A453EBD871}" dt="2026-07-20T06:59:16.673" v="159"/>
          <ac:spMkLst>
            <pc:docMk/>
            <pc:sldMk cId="0" sldId="265"/>
            <ac:spMk id="21" creationId="{00000000-0000-0000-0000-000000000000}"/>
          </ac:spMkLst>
        </pc:spChg>
        <pc:spChg chg="mod">
          <ac:chgData name="Mansi Kajal-Assistant Professor SOET" userId="S::mansi.kajal@krmangalam.edu.in::3c99de1c-7603-4b32-be41-7faffefca8f3" providerId="AD" clId="Web-{C984B0CF-AB81-C718-0624-C5A453EBD871}" dt="2026-07-20T06:59:16.673" v="160"/>
          <ac:spMkLst>
            <pc:docMk/>
            <pc:sldMk cId="0" sldId="265"/>
            <ac:spMk id="22" creationId="{00000000-0000-0000-0000-000000000000}"/>
          </ac:spMkLst>
        </pc:spChg>
        <pc:spChg chg="mod">
          <ac:chgData name="Mansi Kajal-Assistant Professor SOET" userId="S::mansi.kajal@krmangalam.edu.in::3c99de1c-7603-4b32-be41-7faffefca8f3" providerId="AD" clId="Web-{C984B0CF-AB81-C718-0624-C5A453EBD871}" dt="2026-07-20T06:59:16.673" v="161"/>
          <ac:spMkLst>
            <pc:docMk/>
            <pc:sldMk cId="0" sldId="265"/>
            <ac:spMk id="23" creationId="{00000000-0000-0000-0000-000000000000}"/>
          </ac:spMkLst>
        </pc:spChg>
        <pc:spChg chg="mod">
          <ac:chgData name="Mansi Kajal-Assistant Professor SOET" userId="S::mansi.kajal@krmangalam.edu.in::3c99de1c-7603-4b32-be41-7faffefca8f3" providerId="AD" clId="Web-{C984B0CF-AB81-C718-0624-C5A453EBD871}" dt="2026-07-20T06:59:16.673" v="162"/>
          <ac:spMkLst>
            <pc:docMk/>
            <pc:sldMk cId="0" sldId="265"/>
            <ac:spMk id="25" creationId="{00000000-0000-0000-0000-000000000000}"/>
          </ac:spMkLst>
        </pc:spChg>
        <pc:spChg chg="mod">
          <ac:chgData name="Mansi Kajal-Assistant Professor SOET" userId="S::mansi.kajal@krmangalam.edu.in::3c99de1c-7603-4b32-be41-7faffefca8f3" providerId="AD" clId="Web-{C984B0CF-AB81-C718-0624-C5A453EBD871}" dt="2026-07-20T06:59:16.673" v="163"/>
          <ac:spMkLst>
            <pc:docMk/>
            <pc:sldMk cId="0" sldId="265"/>
            <ac:spMk id="26" creationId="{00000000-0000-0000-0000-000000000000}"/>
          </ac:spMkLst>
        </pc:spChg>
        <pc:spChg chg="mod">
          <ac:chgData name="Mansi Kajal-Assistant Professor SOET" userId="S::mansi.kajal@krmangalam.edu.in::3c99de1c-7603-4b32-be41-7faffefca8f3" providerId="AD" clId="Web-{C984B0CF-AB81-C718-0624-C5A453EBD871}" dt="2026-07-20T06:59:16.673" v="164"/>
          <ac:spMkLst>
            <pc:docMk/>
            <pc:sldMk cId="0" sldId="265"/>
            <ac:spMk id="27" creationId="{00000000-0000-0000-0000-000000000000}"/>
          </ac:spMkLst>
        </pc:spChg>
        <pc:spChg chg="mod">
          <ac:chgData name="Mansi Kajal-Assistant Professor SOET" userId="S::mansi.kajal@krmangalam.edu.in::3c99de1c-7603-4b32-be41-7faffefca8f3" providerId="AD" clId="Web-{C984B0CF-AB81-C718-0624-C5A453EBD871}" dt="2026-07-20T06:59:16.673" v="165"/>
          <ac:spMkLst>
            <pc:docMk/>
            <pc:sldMk cId="0" sldId="265"/>
            <ac:spMk id="28" creationId="{00000000-0000-0000-0000-000000000000}"/>
          </ac:spMkLst>
        </pc:spChg>
        <pc:spChg chg="mod">
          <ac:chgData name="Mansi Kajal-Assistant Professor SOET" userId="S::mansi.kajal@krmangalam.edu.in::3c99de1c-7603-4b32-be41-7faffefca8f3" providerId="AD" clId="Web-{C984B0CF-AB81-C718-0624-C5A453EBD871}" dt="2026-07-20T06:59:17.188" v="166"/>
          <ac:spMkLst>
            <pc:docMk/>
            <pc:sldMk cId="0" sldId="265"/>
            <ac:spMk id="32" creationId="{00000000-0000-0000-0000-000000000000}"/>
          </ac:spMkLst>
        </pc:spChg>
      </pc:sldChg>
      <pc:sldChg chg="modSp">
        <pc:chgData name="Mansi Kajal-Assistant Professor SOET" userId="S::mansi.kajal@krmangalam.edu.in::3c99de1c-7603-4b32-be41-7faffefca8f3" providerId="AD" clId="Web-{C984B0CF-AB81-C718-0624-C5A453EBD871}" dt="2026-07-20T06:59:43.689" v="176" actId="20577"/>
        <pc:sldMkLst>
          <pc:docMk/>
          <pc:sldMk cId="0" sldId="266"/>
        </pc:sldMkLst>
        <pc:spChg chg="mod">
          <ac:chgData name="Mansi Kajal-Assistant Professor SOET" userId="S::mansi.kajal@krmangalam.edu.in::3c99de1c-7603-4b32-be41-7faffefca8f3" providerId="AD" clId="Web-{C984B0CF-AB81-C718-0624-C5A453EBD871}" dt="2026-07-20T06:59:33.626" v="167"/>
          <ac:spMkLst>
            <pc:docMk/>
            <pc:sldMk cId="0" sldId="266"/>
            <ac:spMk id="7" creationId="{00000000-0000-0000-0000-000000000000}"/>
          </ac:spMkLst>
        </pc:spChg>
        <pc:spChg chg="mod">
          <ac:chgData name="Mansi Kajal-Assistant Professor SOET" userId="S::mansi.kajal@krmangalam.edu.in::3c99de1c-7603-4b32-be41-7faffefca8f3" providerId="AD" clId="Web-{C984B0CF-AB81-C718-0624-C5A453EBD871}" dt="2026-07-20T06:59:33.626" v="168"/>
          <ac:spMkLst>
            <pc:docMk/>
            <pc:sldMk cId="0" sldId="266"/>
            <ac:spMk id="12" creationId="{00000000-0000-0000-0000-000000000000}"/>
          </ac:spMkLst>
        </pc:spChg>
        <pc:spChg chg="mod">
          <ac:chgData name="Mansi Kajal-Assistant Professor SOET" userId="S::mansi.kajal@krmangalam.edu.in::3c99de1c-7603-4b32-be41-7faffefca8f3" providerId="AD" clId="Web-{C984B0CF-AB81-C718-0624-C5A453EBD871}" dt="2026-07-20T06:59:33.626" v="169"/>
          <ac:spMkLst>
            <pc:docMk/>
            <pc:sldMk cId="0" sldId="266"/>
            <ac:spMk id="13" creationId="{00000000-0000-0000-0000-000000000000}"/>
          </ac:spMkLst>
        </pc:spChg>
        <pc:spChg chg="mod">
          <ac:chgData name="Mansi Kajal-Assistant Professor SOET" userId="S::mansi.kajal@krmangalam.edu.in::3c99de1c-7603-4b32-be41-7faffefca8f3" providerId="AD" clId="Web-{C984B0CF-AB81-C718-0624-C5A453EBD871}" dt="2026-07-20T06:59:33.626" v="170"/>
          <ac:spMkLst>
            <pc:docMk/>
            <pc:sldMk cId="0" sldId="266"/>
            <ac:spMk id="17" creationId="{00000000-0000-0000-0000-000000000000}"/>
          </ac:spMkLst>
        </pc:spChg>
        <pc:spChg chg="mod">
          <ac:chgData name="Mansi Kajal-Assistant Professor SOET" userId="S::mansi.kajal@krmangalam.edu.in::3c99de1c-7603-4b32-be41-7faffefca8f3" providerId="AD" clId="Web-{C984B0CF-AB81-C718-0624-C5A453EBD871}" dt="2026-07-20T06:59:33.626" v="171"/>
          <ac:spMkLst>
            <pc:docMk/>
            <pc:sldMk cId="0" sldId="266"/>
            <ac:spMk id="18" creationId="{00000000-0000-0000-0000-000000000000}"/>
          </ac:spMkLst>
        </pc:spChg>
        <pc:spChg chg="mod">
          <ac:chgData name="Mansi Kajal-Assistant Professor SOET" userId="S::mansi.kajal@krmangalam.edu.in::3c99de1c-7603-4b32-be41-7faffefca8f3" providerId="AD" clId="Web-{C984B0CF-AB81-C718-0624-C5A453EBD871}" dt="2026-07-20T06:59:33.626" v="172"/>
          <ac:spMkLst>
            <pc:docMk/>
            <pc:sldMk cId="0" sldId="266"/>
            <ac:spMk id="22" creationId="{00000000-0000-0000-0000-000000000000}"/>
          </ac:spMkLst>
        </pc:spChg>
        <pc:spChg chg="mod">
          <ac:chgData name="Mansi Kajal-Assistant Professor SOET" userId="S::mansi.kajal@krmangalam.edu.in::3c99de1c-7603-4b32-be41-7faffefca8f3" providerId="AD" clId="Web-{C984B0CF-AB81-C718-0624-C5A453EBD871}" dt="2026-07-20T06:59:33.626" v="173"/>
          <ac:spMkLst>
            <pc:docMk/>
            <pc:sldMk cId="0" sldId="266"/>
            <ac:spMk id="23" creationId="{00000000-0000-0000-0000-000000000000}"/>
          </ac:spMkLst>
        </pc:spChg>
        <pc:spChg chg="mod">
          <ac:chgData name="Mansi Kajal-Assistant Professor SOET" userId="S::mansi.kajal@krmangalam.edu.in::3c99de1c-7603-4b32-be41-7faffefca8f3" providerId="AD" clId="Web-{C984B0CF-AB81-C718-0624-C5A453EBD871}" dt="2026-07-20T06:59:33.626" v="174"/>
          <ac:spMkLst>
            <pc:docMk/>
            <pc:sldMk cId="0" sldId="266"/>
            <ac:spMk id="26" creationId="{00000000-0000-0000-0000-000000000000}"/>
          </ac:spMkLst>
        </pc:spChg>
        <pc:spChg chg="mod">
          <ac:chgData name="Mansi Kajal-Assistant Professor SOET" userId="S::mansi.kajal@krmangalam.edu.in::3c99de1c-7603-4b32-be41-7faffefca8f3" providerId="AD" clId="Web-{C984B0CF-AB81-C718-0624-C5A453EBD871}" dt="2026-07-20T06:59:33.814" v="175"/>
          <ac:spMkLst>
            <pc:docMk/>
            <pc:sldMk cId="0" sldId="266"/>
            <ac:spMk id="29" creationId="{00000000-0000-0000-0000-000000000000}"/>
          </ac:spMkLst>
        </pc:spChg>
        <pc:spChg chg="mod">
          <ac:chgData name="Mansi Kajal-Assistant Professor SOET" userId="S::mansi.kajal@krmangalam.edu.in::3c99de1c-7603-4b32-be41-7faffefca8f3" providerId="AD" clId="Web-{C984B0CF-AB81-C718-0624-C5A453EBD871}" dt="2026-07-20T06:59:43.689" v="176" actId="20577"/>
          <ac:spMkLst>
            <pc:docMk/>
            <pc:sldMk cId="0" sldId="266"/>
            <ac:spMk id="31" creationId="{00000000-0000-0000-0000-000000000000}"/>
          </ac:spMkLst>
        </pc:spChg>
      </pc:sldChg>
      <pc:sldChg chg="modSp">
        <pc:chgData name="Mansi Kajal-Assistant Professor SOET" userId="S::mansi.kajal@krmangalam.edu.in::3c99de1c-7603-4b32-be41-7faffefca8f3" providerId="AD" clId="Web-{C984B0CF-AB81-C718-0624-C5A453EBD871}" dt="2026-07-20T06:59:57.564" v="187"/>
        <pc:sldMkLst>
          <pc:docMk/>
          <pc:sldMk cId="0" sldId="267"/>
        </pc:sldMkLst>
        <pc:spChg chg="mod">
          <ac:chgData name="Mansi Kajal-Assistant Professor SOET" userId="S::mansi.kajal@krmangalam.edu.in::3c99de1c-7603-4b32-be41-7faffefca8f3" providerId="AD" clId="Web-{C984B0CF-AB81-C718-0624-C5A453EBD871}" dt="2026-07-20T06:59:57.346" v="177"/>
          <ac:spMkLst>
            <pc:docMk/>
            <pc:sldMk cId="0" sldId="267"/>
            <ac:spMk id="9" creationId="{00000000-0000-0000-0000-000000000000}"/>
          </ac:spMkLst>
        </pc:spChg>
        <pc:spChg chg="mod">
          <ac:chgData name="Mansi Kajal-Assistant Professor SOET" userId="S::mansi.kajal@krmangalam.edu.in::3c99de1c-7603-4b32-be41-7faffefca8f3" providerId="AD" clId="Web-{C984B0CF-AB81-C718-0624-C5A453EBD871}" dt="2026-07-20T06:59:57.346" v="178"/>
          <ac:spMkLst>
            <pc:docMk/>
            <pc:sldMk cId="0" sldId="267"/>
            <ac:spMk id="11" creationId="{00000000-0000-0000-0000-000000000000}"/>
          </ac:spMkLst>
        </pc:spChg>
        <pc:spChg chg="mod">
          <ac:chgData name="Mansi Kajal-Assistant Professor SOET" userId="S::mansi.kajal@krmangalam.edu.in::3c99de1c-7603-4b32-be41-7faffefca8f3" providerId="AD" clId="Web-{C984B0CF-AB81-C718-0624-C5A453EBD871}" dt="2026-07-20T06:59:57.346" v="179"/>
          <ac:spMkLst>
            <pc:docMk/>
            <pc:sldMk cId="0" sldId="267"/>
            <ac:spMk id="13" creationId="{00000000-0000-0000-0000-000000000000}"/>
          </ac:spMkLst>
        </pc:spChg>
        <pc:spChg chg="mod">
          <ac:chgData name="Mansi Kajal-Assistant Professor SOET" userId="S::mansi.kajal@krmangalam.edu.in::3c99de1c-7603-4b32-be41-7faffefca8f3" providerId="AD" clId="Web-{C984B0CF-AB81-C718-0624-C5A453EBD871}" dt="2026-07-20T06:59:57.346" v="180"/>
          <ac:spMkLst>
            <pc:docMk/>
            <pc:sldMk cId="0" sldId="267"/>
            <ac:spMk id="15" creationId="{00000000-0000-0000-0000-000000000000}"/>
          </ac:spMkLst>
        </pc:spChg>
        <pc:spChg chg="mod">
          <ac:chgData name="Mansi Kajal-Assistant Professor SOET" userId="S::mansi.kajal@krmangalam.edu.in::3c99de1c-7603-4b32-be41-7faffefca8f3" providerId="AD" clId="Web-{C984B0CF-AB81-C718-0624-C5A453EBD871}" dt="2026-07-20T06:59:57.346" v="181"/>
          <ac:spMkLst>
            <pc:docMk/>
            <pc:sldMk cId="0" sldId="267"/>
            <ac:spMk id="16" creationId="{00000000-0000-0000-0000-000000000000}"/>
          </ac:spMkLst>
        </pc:spChg>
        <pc:spChg chg="mod">
          <ac:chgData name="Mansi Kajal-Assistant Professor SOET" userId="S::mansi.kajal@krmangalam.edu.in::3c99de1c-7603-4b32-be41-7faffefca8f3" providerId="AD" clId="Web-{C984B0CF-AB81-C718-0624-C5A453EBD871}" dt="2026-07-20T06:59:57.361" v="182"/>
          <ac:spMkLst>
            <pc:docMk/>
            <pc:sldMk cId="0" sldId="267"/>
            <ac:spMk id="20" creationId="{00000000-0000-0000-0000-000000000000}"/>
          </ac:spMkLst>
        </pc:spChg>
        <pc:spChg chg="mod">
          <ac:chgData name="Mansi Kajal-Assistant Professor SOET" userId="S::mansi.kajal@krmangalam.edu.in::3c99de1c-7603-4b32-be41-7faffefca8f3" providerId="AD" clId="Web-{C984B0CF-AB81-C718-0624-C5A453EBD871}" dt="2026-07-20T06:59:57.361" v="183"/>
          <ac:spMkLst>
            <pc:docMk/>
            <pc:sldMk cId="0" sldId="267"/>
            <ac:spMk id="22" creationId="{00000000-0000-0000-0000-000000000000}"/>
          </ac:spMkLst>
        </pc:spChg>
        <pc:spChg chg="mod">
          <ac:chgData name="Mansi Kajal-Assistant Professor SOET" userId="S::mansi.kajal@krmangalam.edu.in::3c99de1c-7603-4b32-be41-7faffefca8f3" providerId="AD" clId="Web-{C984B0CF-AB81-C718-0624-C5A453EBD871}" dt="2026-07-20T06:59:57.361" v="184"/>
          <ac:spMkLst>
            <pc:docMk/>
            <pc:sldMk cId="0" sldId="267"/>
            <ac:spMk id="24" creationId="{00000000-0000-0000-0000-000000000000}"/>
          </ac:spMkLst>
        </pc:spChg>
        <pc:spChg chg="mod">
          <ac:chgData name="Mansi Kajal-Assistant Professor SOET" userId="S::mansi.kajal@krmangalam.edu.in::3c99de1c-7603-4b32-be41-7faffefca8f3" providerId="AD" clId="Web-{C984B0CF-AB81-C718-0624-C5A453EBD871}" dt="2026-07-20T06:59:57.361" v="185"/>
          <ac:spMkLst>
            <pc:docMk/>
            <pc:sldMk cId="0" sldId="267"/>
            <ac:spMk id="26" creationId="{00000000-0000-0000-0000-000000000000}"/>
          </ac:spMkLst>
        </pc:spChg>
        <pc:spChg chg="mod">
          <ac:chgData name="Mansi Kajal-Assistant Professor SOET" userId="S::mansi.kajal@krmangalam.edu.in::3c99de1c-7603-4b32-be41-7faffefca8f3" providerId="AD" clId="Web-{C984B0CF-AB81-C718-0624-C5A453EBD871}" dt="2026-07-20T06:59:57.361" v="186"/>
          <ac:spMkLst>
            <pc:docMk/>
            <pc:sldMk cId="0" sldId="267"/>
            <ac:spMk id="27" creationId="{00000000-0000-0000-0000-000000000000}"/>
          </ac:spMkLst>
        </pc:spChg>
      </pc:sldChg>
      <pc:sldChg chg="modSp">
        <pc:chgData name="Mansi Kajal-Assistant Professor SOET" userId="S::mansi.kajal@krmangalam.edu.in::3c99de1c-7603-4b32-be41-7faffefca8f3" providerId="AD" clId="Web-{C984B0CF-AB81-C718-0624-C5A453EBD871}" dt="2026-07-20T07:08:09.228" v="362" actId="14100"/>
        <pc:sldMkLst>
          <pc:docMk/>
          <pc:sldMk cId="0" sldId="268"/>
        </pc:sldMkLst>
        <pc:spChg chg="mod">
          <ac:chgData name="Mansi Kajal-Assistant Professor SOET" userId="S::mansi.kajal@krmangalam.edu.in::3c99de1c-7603-4b32-be41-7faffefca8f3" providerId="AD" clId="Web-{C984B0CF-AB81-C718-0624-C5A453EBD871}" dt="2026-07-20T07:00:34.706" v="194" actId="20577"/>
          <ac:spMkLst>
            <pc:docMk/>
            <pc:sldMk cId="0" sldId="268"/>
            <ac:spMk id="7" creationId="{00000000-0000-0000-0000-000000000000}"/>
          </ac:spMkLst>
        </pc:spChg>
        <pc:spChg chg="mod">
          <ac:chgData name="Mansi Kajal-Assistant Professor SOET" userId="S::mansi.kajal@krmangalam.edu.in::3c99de1c-7603-4b32-be41-7faffefca8f3" providerId="AD" clId="Web-{C984B0CF-AB81-C718-0624-C5A453EBD871}" dt="2026-07-20T07:00:19.596" v="189"/>
          <ac:spMkLst>
            <pc:docMk/>
            <pc:sldMk cId="0" sldId="268"/>
            <ac:spMk id="13" creationId="{00000000-0000-0000-0000-000000000000}"/>
          </ac:spMkLst>
        </pc:spChg>
        <pc:spChg chg="mod">
          <ac:chgData name="Mansi Kajal-Assistant Professor SOET" userId="S::mansi.kajal@krmangalam.edu.in::3c99de1c-7603-4b32-be41-7faffefca8f3" providerId="AD" clId="Web-{C984B0CF-AB81-C718-0624-C5A453EBD871}" dt="2026-07-20T07:00:19.596" v="190"/>
          <ac:spMkLst>
            <pc:docMk/>
            <pc:sldMk cId="0" sldId="268"/>
            <ac:spMk id="19" creationId="{00000000-0000-0000-0000-000000000000}"/>
          </ac:spMkLst>
        </pc:spChg>
        <pc:spChg chg="mod">
          <ac:chgData name="Mansi Kajal-Assistant Professor SOET" userId="S::mansi.kajal@krmangalam.edu.in::3c99de1c-7603-4b32-be41-7faffefca8f3" providerId="AD" clId="Web-{C984B0CF-AB81-C718-0624-C5A453EBD871}" dt="2026-07-20T07:08:09.228" v="362" actId="14100"/>
          <ac:spMkLst>
            <pc:docMk/>
            <pc:sldMk cId="0" sldId="268"/>
            <ac:spMk id="25" creationId="{00000000-0000-0000-0000-000000000000}"/>
          </ac:spMkLst>
        </pc:spChg>
        <pc:spChg chg="mod">
          <ac:chgData name="Mansi Kajal-Assistant Professor SOET" userId="S::mansi.kajal@krmangalam.edu.in::3c99de1c-7603-4b32-be41-7faffefca8f3" providerId="AD" clId="Web-{C984B0CF-AB81-C718-0624-C5A453EBD871}" dt="2026-07-20T07:00:19.612" v="192"/>
          <ac:spMkLst>
            <pc:docMk/>
            <pc:sldMk cId="0" sldId="268"/>
            <ac:spMk id="29" creationId="{00000000-0000-0000-0000-000000000000}"/>
          </ac:spMkLst>
        </pc:spChg>
        <pc:spChg chg="mod">
          <ac:chgData name="Mansi Kajal-Assistant Professor SOET" userId="S::mansi.kajal@krmangalam.edu.in::3c99de1c-7603-4b32-be41-7faffefca8f3" providerId="AD" clId="Web-{C984B0CF-AB81-C718-0624-C5A453EBD871}" dt="2026-07-20T07:00:19.737" v="193"/>
          <ac:spMkLst>
            <pc:docMk/>
            <pc:sldMk cId="0" sldId="268"/>
            <ac:spMk id="33" creationId="{00000000-0000-0000-0000-000000000000}"/>
          </ac:spMkLst>
        </pc:spChg>
      </pc:sldChg>
      <pc:sldChg chg="modSp">
        <pc:chgData name="Mansi Kajal-Assistant Professor SOET" userId="S::mansi.kajal@krmangalam.edu.in::3c99de1c-7603-4b32-be41-7faffefca8f3" providerId="AD" clId="Web-{C984B0CF-AB81-C718-0624-C5A453EBD871}" dt="2026-07-20T07:00:47.238" v="212"/>
        <pc:sldMkLst>
          <pc:docMk/>
          <pc:sldMk cId="0" sldId="269"/>
        </pc:sldMkLst>
        <pc:spChg chg="mod">
          <ac:chgData name="Mansi Kajal-Assistant Professor SOET" userId="S::mansi.kajal@krmangalam.edu.in::3c99de1c-7603-4b32-be41-7faffefca8f3" providerId="AD" clId="Web-{C984B0CF-AB81-C718-0624-C5A453EBD871}" dt="2026-07-20T07:00:46.644" v="195"/>
          <ac:spMkLst>
            <pc:docMk/>
            <pc:sldMk cId="0" sldId="269"/>
            <ac:spMk id="4" creationId="{00000000-0000-0000-0000-000000000000}"/>
          </ac:spMkLst>
        </pc:spChg>
        <pc:spChg chg="mod">
          <ac:chgData name="Mansi Kajal-Assistant Professor SOET" userId="S::mansi.kajal@krmangalam.edu.in::3c99de1c-7603-4b32-be41-7faffefca8f3" providerId="AD" clId="Web-{C984B0CF-AB81-C718-0624-C5A453EBD871}" dt="2026-07-20T07:00:46.644" v="196"/>
          <ac:spMkLst>
            <pc:docMk/>
            <pc:sldMk cId="0" sldId="269"/>
            <ac:spMk id="6" creationId="{00000000-0000-0000-0000-000000000000}"/>
          </ac:spMkLst>
        </pc:spChg>
        <pc:spChg chg="mod">
          <ac:chgData name="Mansi Kajal-Assistant Professor SOET" userId="S::mansi.kajal@krmangalam.edu.in::3c99de1c-7603-4b32-be41-7faffefca8f3" providerId="AD" clId="Web-{C984B0CF-AB81-C718-0624-C5A453EBD871}" dt="2026-07-20T07:00:46.644" v="197"/>
          <ac:spMkLst>
            <pc:docMk/>
            <pc:sldMk cId="0" sldId="269"/>
            <ac:spMk id="8" creationId="{00000000-0000-0000-0000-000000000000}"/>
          </ac:spMkLst>
        </pc:spChg>
        <pc:spChg chg="mod">
          <ac:chgData name="Mansi Kajal-Assistant Professor SOET" userId="S::mansi.kajal@krmangalam.edu.in::3c99de1c-7603-4b32-be41-7faffefca8f3" providerId="AD" clId="Web-{C984B0CF-AB81-C718-0624-C5A453EBD871}" dt="2026-07-20T07:00:46.644" v="198"/>
          <ac:spMkLst>
            <pc:docMk/>
            <pc:sldMk cId="0" sldId="269"/>
            <ac:spMk id="12" creationId="{00000000-0000-0000-0000-000000000000}"/>
          </ac:spMkLst>
        </pc:spChg>
        <pc:spChg chg="mod">
          <ac:chgData name="Mansi Kajal-Assistant Professor SOET" userId="S::mansi.kajal@krmangalam.edu.in::3c99de1c-7603-4b32-be41-7faffefca8f3" providerId="AD" clId="Web-{C984B0CF-AB81-C718-0624-C5A453EBD871}" dt="2026-07-20T07:00:46.644" v="199"/>
          <ac:spMkLst>
            <pc:docMk/>
            <pc:sldMk cId="0" sldId="269"/>
            <ac:spMk id="15" creationId="{00000000-0000-0000-0000-000000000000}"/>
          </ac:spMkLst>
        </pc:spChg>
        <pc:spChg chg="mod">
          <ac:chgData name="Mansi Kajal-Assistant Professor SOET" userId="S::mansi.kajal@krmangalam.edu.in::3c99de1c-7603-4b32-be41-7faffefca8f3" providerId="AD" clId="Web-{C984B0CF-AB81-C718-0624-C5A453EBD871}" dt="2026-07-20T07:00:46.644" v="200"/>
          <ac:spMkLst>
            <pc:docMk/>
            <pc:sldMk cId="0" sldId="269"/>
            <ac:spMk id="19" creationId="{00000000-0000-0000-0000-000000000000}"/>
          </ac:spMkLst>
        </pc:spChg>
        <pc:spChg chg="mod">
          <ac:chgData name="Mansi Kajal-Assistant Professor SOET" userId="S::mansi.kajal@krmangalam.edu.in::3c99de1c-7603-4b32-be41-7faffefca8f3" providerId="AD" clId="Web-{C984B0CF-AB81-C718-0624-C5A453EBD871}" dt="2026-07-20T07:00:46.644" v="201"/>
          <ac:spMkLst>
            <pc:docMk/>
            <pc:sldMk cId="0" sldId="269"/>
            <ac:spMk id="22" creationId="{00000000-0000-0000-0000-000000000000}"/>
          </ac:spMkLst>
        </pc:spChg>
        <pc:spChg chg="mod">
          <ac:chgData name="Mansi Kajal-Assistant Professor SOET" userId="S::mansi.kajal@krmangalam.edu.in::3c99de1c-7603-4b32-be41-7faffefca8f3" providerId="AD" clId="Web-{C984B0CF-AB81-C718-0624-C5A453EBD871}" dt="2026-07-20T07:00:46.644" v="202"/>
          <ac:spMkLst>
            <pc:docMk/>
            <pc:sldMk cId="0" sldId="269"/>
            <ac:spMk id="26" creationId="{00000000-0000-0000-0000-000000000000}"/>
          </ac:spMkLst>
        </pc:spChg>
        <pc:spChg chg="mod">
          <ac:chgData name="Mansi Kajal-Assistant Professor SOET" userId="S::mansi.kajal@krmangalam.edu.in::3c99de1c-7603-4b32-be41-7faffefca8f3" providerId="AD" clId="Web-{C984B0CF-AB81-C718-0624-C5A453EBD871}" dt="2026-07-20T07:00:46.644" v="203"/>
          <ac:spMkLst>
            <pc:docMk/>
            <pc:sldMk cId="0" sldId="269"/>
            <ac:spMk id="29" creationId="{00000000-0000-0000-0000-000000000000}"/>
          </ac:spMkLst>
        </pc:spChg>
        <pc:spChg chg="mod">
          <ac:chgData name="Mansi Kajal-Assistant Professor SOET" userId="S::mansi.kajal@krmangalam.edu.in::3c99de1c-7603-4b32-be41-7faffefca8f3" providerId="AD" clId="Web-{C984B0CF-AB81-C718-0624-C5A453EBD871}" dt="2026-07-20T07:00:46.644" v="204"/>
          <ac:spMkLst>
            <pc:docMk/>
            <pc:sldMk cId="0" sldId="269"/>
            <ac:spMk id="33" creationId="{00000000-0000-0000-0000-000000000000}"/>
          </ac:spMkLst>
        </pc:spChg>
        <pc:spChg chg="mod">
          <ac:chgData name="Mansi Kajal-Assistant Professor SOET" userId="S::mansi.kajal@krmangalam.edu.in::3c99de1c-7603-4b32-be41-7faffefca8f3" providerId="AD" clId="Web-{C984B0CF-AB81-C718-0624-C5A453EBD871}" dt="2026-07-20T07:00:46.644" v="205"/>
          <ac:spMkLst>
            <pc:docMk/>
            <pc:sldMk cId="0" sldId="269"/>
            <ac:spMk id="36" creationId="{00000000-0000-0000-0000-000000000000}"/>
          </ac:spMkLst>
        </pc:spChg>
        <pc:spChg chg="mod">
          <ac:chgData name="Mansi Kajal-Assistant Professor SOET" userId="S::mansi.kajal@krmangalam.edu.in::3c99de1c-7603-4b32-be41-7faffefca8f3" providerId="AD" clId="Web-{C984B0CF-AB81-C718-0624-C5A453EBD871}" dt="2026-07-20T07:00:46.644" v="206"/>
          <ac:spMkLst>
            <pc:docMk/>
            <pc:sldMk cId="0" sldId="269"/>
            <ac:spMk id="40" creationId="{00000000-0000-0000-0000-000000000000}"/>
          </ac:spMkLst>
        </pc:spChg>
        <pc:spChg chg="mod">
          <ac:chgData name="Mansi Kajal-Assistant Professor SOET" userId="S::mansi.kajal@krmangalam.edu.in::3c99de1c-7603-4b32-be41-7faffefca8f3" providerId="AD" clId="Web-{C984B0CF-AB81-C718-0624-C5A453EBD871}" dt="2026-07-20T07:00:46.644" v="207"/>
          <ac:spMkLst>
            <pc:docMk/>
            <pc:sldMk cId="0" sldId="269"/>
            <ac:spMk id="43" creationId="{00000000-0000-0000-0000-000000000000}"/>
          </ac:spMkLst>
        </pc:spChg>
        <pc:spChg chg="mod">
          <ac:chgData name="Mansi Kajal-Assistant Professor SOET" userId="S::mansi.kajal@krmangalam.edu.in::3c99de1c-7603-4b32-be41-7faffefca8f3" providerId="AD" clId="Web-{C984B0CF-AB81-C718-0624-C5A453EBD871}" dt="2026-07-20T07:00:46.644" v="208"/>
          <ac:spMkLst>
            <pc:docMk/>
            <pc:sldMk cId="0" sldId="269"/>
            <ac:spMk id="47" creationId="{00000000-0000-0000-0000-000000000000}"/>
          </ac:spMkLst>
        </pc:spChg>
        <pc:spChg chg="mod">
          <ac:chgData name="Mansi Kajal-Assistant Professor SOET" userId="S::mansi.kajal@krmangalam.edu.in::3c99de1c-7603-4b32-be41-7faffefca8f3" providerId="AD" clId="Web-{C984B0CF-AB81-C718-0624-C5A453EBD871}" dt="2026-07-20T07:00:46.644" v="209"/>
          <ac:spMkLst>
            <pc:docMk/>
            <pc:sldMk cId="0" sldId="269"/>
            <ac:spMk id="50" creationId="{00000000-0000-0000-0000-000000000000}"/>
          </ac:spMkLst>
        </pc:spChg>
        <pc:spChg chg="mod">
          <ac:chgData name="Mansi Kajal-Assistant Professor SOET" userId="S::mansi.kajal@krmangalam.edu.in::3c99de1c-7603-4b32-be41-7faffefca8f3" providerId="AD" clId="Web-{C984B0CF-AB81-C718-0624-C5A453EBD871}" dt="2026-07-20T07:00:46.644" v="210"/>
          <ac:spMkLst>
            <pc:docMk/>
            <pc:sldMk cId="0" sldId="269"/>
            <ac:spMk id="54" creationId="{00000000-0000-0000-0000-000000000000}"/>
          </ac:spMkLst>
        </pc:spChg>
        <pc:spChg chg="mod">
          <ac:chgData name="Mansi Kajal-Assistant Professor SOET" userId="S::mansi.kajal@krmangalam.edu.in::3c99de1c-7603-4b32-be41-7faffefca8f3" providerId="AD" clId="Web-{C984B0CF-AB81-C718-0624-C5A453EBD871}" dt="2026-07-20T07:00:46.660" v="211"/>
          <ac:spMkLst>
            <pc:docMk/>
            <pc:sldMk cId="0" sldId="269"/>
            <ac:spMk id="57" creationId="{00000000-0000-0000-0000-000000000000}"/>
          </ac:spMkLst>
        </pc:spChg>
        <pc:spChg chg="mod">
          <ac:chgData name="Mansi Kajal-Assistant Professor SOET" userId="S::mansi.kajal@krmangalam.edu.in::3c99de1c-7603-4b32-be41-7faffefca8f3" providerId="AD" clId="Web-{C984B0CF-AB81-C718-0624-C5A453EBD871}" dt="2026-07-20T07:00:47.238" v="212"/>
          <ac:spMkLst>
            <pc:docMk/>
            <pc:sldMk cId="0" sldId="269"/>
            <ac:spMk id="58" creationId="{00000000-0000-0000-0000-000000000000}"/>
          </ac:spMkLst>
        </pc:spChg>
      </pc:sldChg>
      <pc:sldChg chg="modSp">
        <pc:chgData name="Mansi Kajal-Assistant Professor SOET" userId="S::mansi.kajal@krmangalam.edu.in::3c99de1c-7603-4b32-be41-7faffefca8f3" providerId="AD" clId="Web-{C984B0CF-AB81-C718-0624-C5A453EBD871}" dt="2026-07-20T07:02:44.803" v="250" actId="1076"/>
        <pc:sldMkLst>
          <pc:docMk/>
          <pc:sldMk cId="0" sldId="270"/>
        </pc:sldMkLst>
        <pc:spChg chg="mod">
          <ac:chgData name="Mansi Kajal-Assistant Professor SOET" userId="S::mansi.kajal@krmangalam.edu.in::3c99de1c-7603-4b32-be41-7faffefca8f3" providerId="AD" clId="Web-{C984B0CF-AB81-C718-0624-C5A453EBD871}" dt="2026-07-20T07:01:06.785" v="213"/>
          <ac:spMkLst>
            <pc:docMk/>
            <pc:sldMk cId="0" sldId="270"/>
            <ac:spMk id="4" creationId="{00000000-0000-0000-0000-000000000000}"/>
          </ac:spMkLst>
        </pc:spChg>
        <pc:spChg chg="mod">
          <ac:chgData name="Mansi Kajal-Assistant Professor SOET" userId="S::mansi.kajal@krmangalam.edu.in::3c99de1c-7603-4b32-be41-7faffefca8f3" providerId="AD" clId="Web-{C984B0CF-AB81-C718-0624-C5A453EBD871}" dt="2026-07-20T07:01:06.785" v="214"/>
          <ac:spMkLst>
            <pc:docMk/>
            <pc:sldMk cId="0" sldId="270"/>
            <ac:spMk id="8" creationId="{00000000-0000-0000-0000-000000000000}"/>
          </ac:spMkLst>
        </pc:spChg>
        <pc:spChg chg="mod">
          <ac:chgData name="Mansi Kajal-Assistant Professor SOET" userId="S::mansi.kajal@krmangalam.edu.in::3c99de1c-7603-4b32-be41-7faffefca8f3" providerId="AD" clId="Web-{C984B0CF-AB81-C718-0624-C5A453EBD871}" dt="2026-07-20T07:01:53.021" v="238" actId="14100"/>
          <ac:spMkLst>
            <pc:docMk/>
            <pc:sldMk cId="0" sldId="270"/>
            <ac:spMk id="10" creationId="{00000000-0000-0000-0000-000000000000}"/>
          </ac:spMkLst>
        </pc:spChg>
        <pc:spChg chg="mod">
          <ac:chgData name="Mansi Kajal-Assistant Professor SOET" userId="S::mansi.kajal@krmangalam.edu.in::3c99de1c-7603-4b32-be41-7faffefca8f3" providerId="AD" clId="Web-{C984B0CF-AB81-C718-0624-C5A453EBD871}" dt="2026-07-20T07:01:36.989" v="228"/>
          <ac:spMkLst>
            <pc:docMk/>
            <pc:sldMk cId="0" sldId="270"/>
            <ac:spMk id="11" creationId="{00000000-0000-0000-0000-000000000000}"/>
          </ac:spMkLst>
        </pc:spChg>
        <pc:spChg chg="mod">
          <ac:chgData name="Mansi Kajal-Assistant Professor SOET" userId="S::mansi.kajal@krmangalam.edu.in::3c99de1c-7603-4b32-be41-7faffefca8f3" providerId="AD" clId="Web-{C984B0CF-AB81-C718-0624-C5A453EBD871}" dt="2026-07-20T07:02:25.537" v="244" actId="14100"/>
          <ac:spMkLst>
            <pc:docMk/>
            <pc:sldMk cId="0" sldId="270"/>
            <ac:spMk id="12" creationId="{00000000-0000-0000-0000-000000000000}"/>
          </ac:spMkLst>
        </pc:spChg>
        <pc:spChg chg="mod">
          <ac:chgData name="Mansi Kajal-Assistant Professor SOET" userId="S::mansi.kajal@krmangalam.edu.in::3c99de1c-7603-4b32-be41-7faffefca8f3" providerId="AD" clId="Web-{C984B0CF-AB81-C718-0624-C5A453EBD871}" dt="2026-07-20T07:01:36.989" v="229"/>
          <ac:spMkLst>
            <pc:docMk/>
            <pc:sldMk cId="0" sldId="270"/>
            <ac:spMk id="15" creationId="{00000000-0000-0000-0000-000000000000}"/>
          </ac:spMkLst>
        </pc:spChg>
        <pc:spChg chg="mod">
          <ac:chgData name="Mansi Kajal-Assistant Professor SOET" userId="S::mansi.kajal@krmangalam.edu.in::3c99de1c-7603-4b32-be41-7faffefca8f3" providerId="AD" clId="Web-{C984B0CF-AB81-C718-0624-C5A453EBD871}" dt="2026-07-20T07:02:32.787" v="246" actId="1076"/>
          <ac:spMkLst>
            <pc:docMk/>
            <pc:sldMk cId="0" sldId="270"/>
            <ac:spMk id="16" creationId="{00000000-0000-0000-0000-000000000000}"/>
          </ac:spMkLst>
        </pc:spChg>
        <pc:spChg chg="mod">
          <ac:chgData name="Mansi Kajal-Assistant Professor SOET" userId="S::mansi.kajal@krmangalam.edu.in::3c99de1c-7603-4b32-be41-7faffefca8f3" providerId="AD" clId="Web-{C984B0CF-AB81-C718-0624-C5A453EBD871}" dt="2026-07-20T07:02:28.427" v="245" actId="14100"/>
          <ac:spMkLst>
            <pc:docMk/>
            <pc:sldMk cId="0" sldId="270"/>
            <ac:spMk id="17" creationId="{00000000-0000-0000-0000-000000000000}"/>
          </ac:spMkLst>
        </pc:spChg>
        <pc:spChg chg="mod">
          <ac:chgData name="Mansi Kajal-Assistant Professor SOET" userId="S::mansi.kajal@krmangalam.edu.in::3c99de1c-7603-4b32-be41-7faffefca8f3" providerId="AD" clId="Web-{C984B0CF-AB81-C718-0624-C5A453EBD871}" dt="2026-07-20T07:01:37.004" v="230"/>
          <ac:spMkLst>
            <pc:docMk/>
            <pc:sldMk cId="0" sldId="270"/>
            <ac:spMk id="20" creationId="{00000000-0000-0000-0000-000000000000}"/>
          </ac:spMkLst>
        </pc:spChg>
        <pc:spChg chg="mod">
          <ac:chgData name="Mansi Kajal-Assistant Professor SOET" userId="S::mansi.kajal@krmangalam.edu.in::3c99de1c-7603-4b32-be41-7faffefca8f3" providerId="AD" clId="Web-{C984B0CF-AB81-C718-0624-C5A453EBD871}" dt="2026-07-20T07:02:35.568" v="247" actId="1076"/>
          <ac:spMkLst>
            <pc:docMk/>
            <pc:sldMk cId="0" sldId="270"/>
            <ac:spMk id="21" creationId="{00000000-0000-0000-0000-000000000000}"/>
          </ac:spMkLst>
        </pc:spChg>
        <pc:spChg chg="mod">
          <ac:chgData name="Mansi Kajal-Assistant Professor SOET" userId="S::mansi.kajal@krmangalam.edu.in::3c99de1c-7603-4b32-be41-7faffefca8f3" providerId="AD" clId="Web-{C984B0CF-AB81-C718-0624-C5A453EBD871}" dt="2026-07-20T07:02:04.067" v="241" actId="14100"/>
          <ac:spMkLst>
            <pc:docMk/>
            <pc:sldMk cId="0" sldId="270"/>
            <ac:spMk id="22" creationId="{00000000-0000-0000-0000-000000000000}"/>
          </ac:spMkLst>
        </pc:spChg>
        <pc:spChg chg="mod">
          <ac:chgData name="Mansi Kajal-Assistant Professor SOET" userId="S::mansi.kajal@krmangalam.edu.in::3c99de1c-7603-4b32-be41-7faffefca8f3" providerId="AD" clId="Web-{C984B0CF-AB81-C718-0624-C5A453EBD871}" dt="2026-07-20T07:01:37.004" v="232"/>
          <ac:spMkLst>
            <pc:docMk/>
            <pc:sldMk cId="0" sldId="270"/>
            <ac:spMk id="25" creationId="{00000000-0000-0000-0000-000000000000}"/>
          </ac:spMkLst>
        </pc:spChg>
        <pc:spChg chg="mod">
          <ac:chgData name="Mansi Kajal-Assistant Professor SOET" userId="S::mansi.kajal@krmangalam.edu.in::3c99de1c-7603-4b32-be41-7faffefca8f3" providerId="AD" clId="Web-{C984B0CF-AB81-C718-0624-C5A453EBD871}" dt="2026-07-20T07:02:38.896" v="248" actId="1076"/>
          <ac:spMkLst>
            <pc:docMk/>
            <pc:sldMk cId="0" sldId="270"/>
            <ac:spMk id="26" creationId="{00000000-0000-0000-0000-000000000000}"/>
          </ac:spMkLst>
        </pc:spChg>
        <pc:spChg chg="mod">
          <ac:chgData name="Mansi Kajal-Assistant Professor SOET" userId="S::mansi.kajal@krmangalam.edu.in::3c99de1c-7603-4b32-be41-7faffefca8f3" providerId="AD" clId="Web-{C984B0CF-AB81-C718-0624-C5A453EBD871}" dt="2026-07-20T07:02:07.818" v="242" actId="14100"/>
          <ac:spMkLst>
            <pc:docMk/>
            <pc:sldMk cId="0" sldId="270"/>
            <ac:spMk id="27" creationId="{00000000-0000-0000-0000-000000000000}"/>
          </ac:spMkLst>
        </pc:spChg>
        <pc:spChg chg="mod">
          <ac:chgData name="Mansi Kajal-Assistant Professor SOET" userId="S::mansi.kajal@krmangalam.edu.in::3c99de1c-7603-4b32-be41-7faffefca8f3" providerId="AD" clId="Web-{C984B0CF-AB81-C718-0624-C5A453EBD871}" dt="2026-07-20T07:01:37.004" v="234"/>
          <ac:spMkLst>
            <pc:docMk/>
            <pc:sldMk cId="0" sldId="270"/>
            <ac:spMk id="30" creationId="{00000000-0000-0000-0000-000000000000}"/>
          </ac:spMkLst>
        </pc:spChg>
        <pc:spChg chg="mod">
          <ac:chgData name="Mansi Kajal-Assistant Professor SOET" userId="S::mansi.kajal@krmangalam.edu.in::3c99de1c-7603-4b32-be41-7faffefca8f3" providerId="AD" clId="Web-{C984B0CF-AB81-C718-0624-C5A453EBD871}" dt="2026-07-20T07:02:42.302" v="249" actId="1076"/>
          <ac:spMkLst>
            <pc:docMk/>
            <pc:sldMk cId="0" sldId="270"/>
            <ac:spMk id="31" creationId="{00000000-0000-0000-0000-000000000000}"/>
          </ac:spMkLst>
        </pc:spChg>
        <pc:spChg chg="mod">
          <ac:chgData name="Mansi Kajal-Assistant Professor SOET" userId="S::mansi.kajal@krmangalam.edu.in::3c99de1c-7603-4b32-be41-7faffefca8f3" providerId="AD" clId="Web-{C984B0CF-AB81-C718-0624-C5A453EBD871}" dt="2026-07-20T07:02:11.739" v="243" actId="14100"/>
          <ac:spMkLst>
            <pc:docMk/>
            <pc:sldMk cId="0" sldId="270"/>
            <ac:spMk id="32" creationId="{00000000-0000-0000-0000-000000000000}"/>
          </ac:spMkLst>
        </pc:spChg>
        <pc:spChg chg="mod">
          <ac:chgData name="Mansi Kajal-Assistant Professor SOET" userId="S::mansi.kajal@krmangalam.edu.in::3c99de1c-7603-4b32-be41-7faffefca8f3" providerId="AD" clId="Web-{C984B0CF-AB81-C718-0624-C5A453EBD871}" dt="2026-07-20T07:01:37.004" v="236"/>
          <ac:spMkLst>
            <pc:docMk/>
            <pc:sldMk cId="0" sldId="270"/>
            <ac:spMk id="35" creationId="{00000000-0000-0000-0000-000000000000}"/>
          </ac:spMkLst>
        </pc:spChg>
        <pc:spChg chg="mod">
          <ac:chgData name="Mansi Kajal-Assistant Professor SOET" userId="S::mansi.kajal@krmangalam.edu.in::3c99de1c-7603-4b32-be41-7faffefca8f3" providerId="AD" clId="Web-{C984B0CF-AB81-C718-0624-C5A453EBD871}" dt="2026-07-20T07:02:44.803" v="250" actId="1076"/>
          <ac:spMkLst>
            <pc:docMk/>
            <pc:sldMk cId="0" sldId="270"/>
            <ac:spMk id="36" creationId="{00000000-0000-0000-0000-000000000000}"/>
          </ac:spMkLst>
        </pc:spChg>
        <pc:spChg chg="mod">
          <ac:chgData name="Mansi Kajal-Assistant Professor SOET" userId="S::mansi.kajal@krmangalam.edu.in::3c99de1c-7603-4b32-be41-7faffefca8f3" providerId="AD" clId="Web-{C984B0CF-AB81-C718-0624-C5A453EBD871}" dt="2026-07-20T07:01:07.629" v="226"/>
          <ac:spMkLst>
            <pc:docMk/>
            <pc:sldMk cId="0" sldId="270"/>
            <ac:spMk id="40" creationId="{00000000-0000-0000-0000-000000000000}"/>
          </ac:spMkLst>
        </pc:spChg>
      </pc:sldChg>
      <pc:sldChg chg="modSp">
        <pc:chgData name="Mansi Kajal-Assistant Professor SOET" userId="S::mansi.kajal@krmangalam.edu.in::3c99de1c-7603-4b32-be41-7faffefca8f3" providerId="AD" clId="Web-{C984B0CF-AB81-C718-0624-C5A453EBD871}" dt="2026-07-20T07:03:02.318" v="269"/>
        <pc:sldMkLst>
          <pc:docMk/>
          <pc:sldMk cId="0" sldId="271"/>
        </pc:sldMkLst>
        <pc:spChg chg="mod">
          <ac:chgData name="Mansi Kajal-Assistant Professor SOET" userId="S::mansi.kajal@krmangalam.edu.in::3c99de1c-7603-4b32-be41-7faffefca8f3" providerId="AD" clId="Web-{C984B0CF-AB81-C718-0624-C5A453EBD871}" dt="2026-07-20T07:03:01.788" v="251"/>
          <ac:spMkLst>
            <pc:docMk/>
            <pc:sldMk cId="0" sldId="271"/>
            <ac:spMk id="4" creationId="{00000000-0000-0000-0000-000000000000}"/>
          </ac:spMkLst>
        </pc:spChg>
        <pc:spChg chg="mod">
          <ac:chgData name="Mansi Kajal-Assistant Professor SOET" userId="S::mansi.kajal@krmangalam.edu.in::3c99de1c-7603-4b32-be41-7faffefca8f3" providerId="AD" clId="Web-{C984B0CF-AB81-C718-0624-C5A453EBD871}" dt="2026-07-20T07:03:01.788" v="252"/>
          <ac:spMkLst>
            <pc:docMk/>
            <pc:sldMk cId="0" sldId="271"/>
            <ac:spMk id="5" creationId="{00000000-0000-0000-0000-000000000000}"/>
          </ac:spMkLst>
        </pc:spChg>
        <pc:spChg chg="mod">
          <ac:chgData name="Mansi Kajal-Assistant Professor SOET" userId="S::mansi.kajal@krmangalam.edu.in::3c99de1c-7603-4b32-be41-7faffefca8f3" providerId="AD" clId="Web-{C984B0CF-AB81-C718-0624-C5A453EBD871}" dt="2026-07-20T07:03:01.788" v="253"/>
          <ac:spMkLst>
            <pc:docMk/>
            <pc:sldMk cId="0" sldId="271"/>
            <ac:spMk id="10" creationId="{00000000-0000-0000-0000-000000000000}"/>
          </ac:spMkLst>
        </pc:spChg>
        <pc:spChg chg="mod">
          <ac:chgData name="Mansi Kajal-Assistant Professor SOET" userId="S::mansi.kajal@krmangalam.edu.in::3c99de1c-7603-4b32-be41-7faffefca8f3" providerId="AD" clId="Web-{C984B0CF-AB81-C718-0624-C5A453EBD871}" dt="2026-07-20T07:03:01.788" v="254"/>
          <ac:spMkLst>
            <pc:docMk/>
            <pc:sldMk cId="0" sldId="271"/>
            <ac:spMk id="11" creationId="{00000000-0000-0000-0000-000000000000}"/>
          </ac:spMkLst>
        </pc:spChg>
        <pc:spChg chg="mod">
          <ac:chgData name="Mansi Kajal-Assistant Professor SOET" userId="S::mansi.kajal@krmangalam.edu.in::3c99de1c-7603-4b32-be41-7faffefca8f3" providerId="AD" clId="Web-{C984B0CF-AB81-C718-0624-C5A453EBD871}" dt="2026-07-20T07:03:01.788" v="255"/>
          <ac:spMkLst>
            <pc:docMk/>
            <pc:sldMk cId="0" sldId="271"/>
            <ac:spMk id="14" creationId="{00000000-0000-0000-0000-000000000000}"/>
          </ac:spMkLst>
        </pc:spChg>
        <pc:spChg chg="mod">
          <ac:chgData name="Mansi Kajal-Assistant Professor SOET" userId="S::mansi.kajal@krmangalam.edu.in::3c99de1c-7603-4b32-be41-7faffefca8f3" providerId="AD" clId="Web-{C984B0CF-AB81-C718-0624-C5A453EBD871}" dt="2026-07-20T07:03:01.802" v="256"/>
          <ac:spMkLst>
            <pc:docMk/>
            <pc:sldMk cId="0" sldId="271"/>
            <ac:spMk id="15" creationId="{00000000-0000-0000-0000-000000000000}"/>
          </ac:spMkLst>
        </pc:spChg>
        <pc:spChg chg="mod">
          <ac:chgData name="Mansi Kajal-Assistant Professor SOET" userId="S::mansi.kajal@krmangalam.edu.in::3c99de1c-7603-4b32-be41-7faffefca8f3" providerId="AD" clId="Web-{C984B0CF-AB81-C718-0624-C5A453EBD871}" dt="2026-07-20T07:03:01.802" v="257"/>
          <ac:spMkLst>
            <pc:docMk/>
            <pc:sldMk cId="0" sldId="271"/>
            <ac:spMk id="17" creationId="{00000000-0000-0000-0000-000000000000}"/>
          </ac:spMkLst>
        </pc:spChg>
        <pc:spChg chg="mod">
          <ac:chgData name="Mansi Kajal-Assistant Professor SOET" userId="S::mansi.kajal@krmangalam.edu.in::3c99de1c-7603-4b32-be41-7faffefca8f3" providerId="AD" clId="Web-{C984B0CF-AB81-C718-0624-C5A453EBD871}" dt="2026-07-20T07:03:01.802" v="258"/>
          <ac:spMkLst>
            <pc:docMk/>
            <pc:sldMk cId="0" sldId="271"/>
            <ac:spMk id="18" creationId="{00000000-0000-0000-0000-000000000000}"/>
          </ac:spMkLst>
        </pc:spChg>
        <pc:spChg chg="mod">
          <ac:chgData name="Mansi Kajal-Assistant Professor SOET" userId="S::mansi.kajal@krmangalam.edu.in::3c99de1c-7603-4b32-be41-7faffefca8f3" providerId="AD" clId="Web-{C984B0CF-AB81-C718-0624-C5A453EBD871}" dt="2026-07-20T07:03:01.802" v="259"/>
          <ac:spMkLst>
            <pc:docMk/>
            <pc:sldMk cId="0" sldId="271"/>
            <ac:spMk id="23" creationId="{00000000-0000-0000-0000-000000000000}"/>
          </ac:spMkLst>
        </pc:spChg>
        <pc:spChg chg="mod">
          <ac:chgData name="Mansi Kajal-Assistant Professor SOET" userId="S::mansi.kajal@krmangalam.edu.in::3c99de1c-7603-4b32-be41-7faffefca8f3" providerId="AD" clId="Web-{C984B0CF-AB81-C718-0624-C5A453EBD871}" dt="2026-07-20T07:03:01.802" v="260"/>
          <ac:spMkLst>
            <pc:docMk/>
            <pc:sldMk cId="0" sldId="271"/>
            <ac:spMk id="24" creationId="{00000000-0000-0000-0000-000000000000}"/>
          </ac:spMkLst>
        </pc:spChg>
        <pc:spChg chg="mod">
          <ac:chgData name="Mansi Kajal-Assistant Professor SOET" userId="S::mansi.kajal@krmangalam.edu.in::3c99de1c-7603-4b32-be41-7faffefca8f3" providerId="AD" clId="Web-{C984B0CF-AB81-C718-0624-C5A453EBD871}" dt="2026-07-20T07:03:01.802" v="261"/>
          <ac:spMkLst>
            <pc:docMk/>
            <pc:sldMk cId="0" sldId="271"/>
            <ac:spMk id="27" creationId="{00000000-0000-0000-0000-000000000000}"/>
          </ac:spMkLst>
        </pc:spChg>
        <pc:spChg chg="mod">
          <ac:chgData name="Mansi Kajal-Assistant Professor SOET" userId="S::mansi.kajal@krmangalam.edu.in::3c99de1c-7603-4b32-be41-7faffefca8f3" providerId="AD" clId="Web-{C984B0CF-AB81-C718-0624-C5A453EBD871}" dt="2026-07-20T07:03:01.802" v="262"/>
          <ac:spMkLst>
            <pc:docMk/>
            <pc:sldMk cId="0" sldId="271"/>
            <ac:spMk id="28" creationId="{00000000-0000-0000-0000-000000000000}"/>
          </ac:spMkLst>
        </pc:spChg>
        <pc:spChg chg="mod">
          <ac:chgData name="Mansi Kajal-Assistant Professor SOET" userId="S::mansi.kajal@krmangalam.edu.in::3c99de1c-7603-4b32-be41-7faffefca8f3" providerId="AD" clId="Web-{C984B0CF-AB81-C718-0624-C5A453EBD871}" dt="2026-07-20T07:03:01.802" v="263"/>
          <ac:spMkLst>
            <pc:docMk/>
            <pc:sldMk cId="0" sldId="271"/>
            <ac:spMk id="31" creationId="{00000000-0000-0000-0000-000000000000}"/>
          </ac:spMkLst>
        </pc:spChg>
        <pc:spChg chg="mod">
          <ac:chgData name="Mansi Kajal-Assistant Professor SOET" userId="S::mansi.kajal@krmangalam.edu.in::3c99de1c-7603-4b32-be41-7faffefca8f3" providerId="AD" clId="Web-{C984B0CF-AB81-C718-0624-C5A453EBD871}" dt="2026-07-20T07:03:01.802" v="264"/>
          <ac:spMkLst>
            <pc:docMk/>
            <pc:sldMk cId="0" sldId="271"/>
            <ac:spMk id="32" creationId="{00000000-0000-0000-0000-000000000000}"/>
          </ac:spMkLst>
        </pc:spChg>
        <pc:spChg chg="mod">
          <ac:chgData name="Mansi Kajal-Assistant Professor SOET" userId="S::mansi.kajal@krmangalam.edu.in::3c99de1c-7603-4b32-be41-7faffefca8f3" providerId="AD" clId="Web-{C984B0CF-AB81-C718-0624-C5A453EBD871}" dt="2026-07-20T07:03:01.802" v="265"/>
          <ac:spMkLst>
            <pc:docMk/>
            <pc:sldMk cId="0" sldId="271"/>
            <ac:spMk id="37" creationId="{00000000-0000-0000-0000-000000000000}"/>
          </ac:spMkLst>
        </pc:spChg>
        <pc:spChg chg="mod">
          <ac:chgData name="Mansi Kajal-Assistant Professor SOET" userId="S::mansi.kajal@krmangalam.edu.in::3c99de1c-7603-4b32-be41-7faffefca8f3" providerId="AD" clId="Web-{C984B0CF-AB81-C718-0624-C5A453EBD871}" dt="2026-07-20T07:03:01.802" v="266"/>
          <ac:spMkLst>
            <pc:docMk/>
            <pc:sldMk cId="0" sldId="271"/>
            <ac:spMk id="38" creationId="{00000000-0000-0000-0000-000000000000}"/>
          </ac:spMkLst>
        </pc:spChg>
        <pc:spChg chg="mod">
          <ac:chgData name="Mansi Kajal-Assistant Professor SOET" userId="S::mansi.kajal@krmangalam.edu.in::3c99de1c-7603-4b32-be41-7faffefca8f3" providerId="AD" clId="Web-{C984B0CF-AB81-C718-0624-C5A453EBD871}" dt="2026-07-20T07:03:01.802" v="267"/>
          <ac:spMkLst>
            <pc:docMk/>
            <pc:sldMk cId="0" sldId="271"/>
            <ac:spMk id="41" creationId="{00000000-0000-0000-0000-000000000000}"/>
          </ac:spMkLst>
        </pc:spChg>
        <pc:spChg chg="mod">
          <ac:chgData name="Mansi Kajal-Assistant Professor SOET" userId="S::mansi.kajal@krmangalam.edu.in::3c99de1c-7603-4b32-be41-7faffefca8f3" providerId="AD" clId="Web-{C984B0CF-AB81-C718-0624-C5A453EBD871}" dt="2026-07-20T07:03:01.802" v="268"/>
          <ac:spMkLst>
            <pc:docMk/>
            <pc:sldMk cId="0" sldId="271"/>
            <ac:spMk id="42" creationId="{00000000-0000-0000-0000-000000000000}"/>
          </ac:spMkLst>
        </pc:spChg>
        <pc:spChg chg="mod">
          <ac:chgData name="Mansi Kajal-Assistant Professor SOET" userId="S::mansi.kajal@krmangalam.edu.in::3c99de1c-7603-4b32-be41-7faffefca8f3" providerId="AD" clId="Web-{C984B0CF-AB81-C718-0624-C5A453EBD871}" dt="2026-07-20T07:03:02.318" v="269"/>
          <ac:spMkLst>
            <pc:docMk/>
            <pc:sldMk cId="0" sldId="271"/>
            <ac:spMk id="48" creationId="{00000000-0000-0000-0000-000000000000}"/>
          </ac:spMkLst>
        </pc:spChg>
      </pc:sldChg>
      <pc:sldChg chg="modSp">
        <pc:chgData name="Mansi Kajal-Assistant Professor SOET" userId="S::mansi.kajal@krmangalam.edu.in::3c99de1c-7603-4b32-be41-7faffefca8f3" providerId="AD" clId="Web-{C984B0CF-AB81-C718-0624-C5A453EBD871}" dt="2026-07-20T07:03:44.522" v="281"/>
        <pc:sldMkLst>
          <pc:docMk/>
          <pc:sldMk cId="0" sldId="272"/>
        </pc:sldMkLst>
        <pc:spChg chg="mod">
          <ac:chgData name="Mansi Kajal-Assistant Professor SOET" userId="S::mansi.kajal@krmangalam.edu.in::3c99de1c-7603-4b32-be41-7faffefca8f3" providerId="AD" clId="Web-{C984B0CF-AB81-C718-0624-C5A453EBD871}" dt="2026-07-20T07:03:44.240" v="270"/>
          <ac:spMkLst>
            <pc:docMk/>
            <pc:sldMk cId="0" sldId="272"/>
            <ac:spMk id="9" creationId="{00000000-0000-0000-0000-000000000000}"/>
          </ac:spMkLst>
        </pc:spChg>
        <pc:spChg chg="mod">
          <ac:chgData name="Mansi Kajal-Assistant Professor SOET" userId="S::mansi.kajal@krmangalam.edu.in::3c99de1c-7603-4b32-be41-7faffefca8f3" providerId="AD" clId="Web-{C984B0CF-AB81-C718-0624-C5A453EBD871}" dt="2026-07-20T07:03:44.240" v="272"/>
          <ac:spMkLst>
            <pc:docMk/>
            <pc:sldMk cId="0" sldId="272"/>
            <ac:spMk id="12" creationId="{00000000-0000-0000-0000-000000000000}"/>
          </ac:spMkLst>
        </pc:spChg>
        <pc:spChg chg="mod">
          <ac:chgData name="Mansi Kajal-Assistant Professor SOET" userId="S::mansi.kajal@krmangalam.edu.in::3c99de1c-7603-4b32-be41-7faffefca8f3" providerId="AD" clId="Web-{C984B0CF-AB81-C718-0624-C5A453EBD871}" dt="2026-07-20T07:03:44.240" v="273"/>
          <ac:spMkLst>
            <pc:docMk/>
            <pc:sldMk cId="0" sldId="272"/>
            <ac:spMk id="16" creationId="{00000000-0000-0000-0000-000000000000}"/>
          </ac:spMkLst>
        </pc:spChg>
        <pc:spChg chg="mod">
          <ac:chgData name="Mansi Kajal-Assistant Professor SOET" userId="S::mansi.kajal@krmangalam.edu.in::3c99de1c-7603-4b32-be41-7faffefca8f3" providerId="AD" clId="Web-{C984B0CF-AB81-C718-0624-C5A453EBD871}" dt="2026-07-20T07:03:44.240" v="275"/>
          <ac:spMkLst>
            <pc:docMk/>
            <pc:sldMk cId="0" sldId="272"/>
            <ac:spMk id="19" creationId="{00000000-0000-0000-0000-000000000000}"/>
          </ac:spMkLst>
        </pc:spChg>
        <pc:spChg chg="mod">
          <ac:chgData name="Mansi Kajal-Assistant Professor SOET" userId="S::mansi.kajal@krmangalam.edu.in::3c99de1c-7603-4b32-be41-7faffefca8f3" providerId="AD" clId="Web-{C984B0CF-AB81-C718-0624-C5A453EBD871}" dt="2026-07-20T07:03:44.240" v="276"/>
          <ac:spMkLst>
            <pc:docMk/>
            <pc:sldMk cId="0" sldId="272"/>
            <ac:spMk id="23" creationId="{00000000-0000-0000-0000-000000000000}"/>
          </ac:spMkLst>
        </pc:spChg>
        <pc:spChg chg="mod">
          <ac:chgData name="Mansi Kajal-Assistant Professor SOET" userId="S::mansi.kajal@krmangalam.edu.in::3c99de1c-7603-4b32-be41-7faffefca8f3" providerId="AD" clId="Web-{C984B0CF-AB81-C718-0624-C5A453EBD871}" dt="2026-07-20T07:03:44.240" v="278"/>
          <ac:spMkLst>
            <pc:docMk/>
            <pc:sldMk cId="0" sldId="272"/>
            <ac:spMk id="26" creationId="{00000000-0000-0000-0000-000000000000}"/>
          </ac:spMkLst>
        </pc:spChg>
        <pc:spChg chg="mod">
          <ac:chgData name="Mansi Kajal-Assistant Professor SOET" userId="S::mansi.kajal@krmangalam.edu.in::3c99de1c-7603-4b32-be41-7faffefca8f3" providerId="AD" clId="Web-{C984B0CF-AB81-C718-0624-C5A453EBD871}" dt="2026-07-20T07:03:44.240" v="279"/>
          <ac:spMkLst>
            <pc:docMk/>
            <pc:sldMk cId="0" sldId="272"/>
            <ac:spMk id="30" creationId="{00000000-0000-0000-0000-000000000000}"/>
          </ac:spMkLst>
        </pc:spChg>
        <pc:spChg chg="mod">
          <ac:chgData name="Mansi Kajal-Assistant Professor SOET" userId="S::mansi.kajal@krmangalam.edu.in::3c99de1c-7603-4b32-be41-7faffefca8f3" providerId="AD" clId="Web-{C984B0CF-AB81-C718-0624-C5A453EBD871}" dt="2026-07-20T07:03:44.522" v="281"/>
          <ac:spMkLst>
            <pc:docMk/>
            <pc:sldMk cId="0" sldId="272"/>
            <ac:spMk id="33" creationId="{00000000-0000-0000-0000-000000000000}"/>
          </ac:spMkLst>
        </pc:spChg>
      </pc:sldChg>
      <pc:sldChg chg="modSp">
        <pc:chgData name="Mansi Kajal-Assistant Professor SOET" userId="S::mansi.kajal@krmangalam.edu.in::3c99de1c-7603-4b32-be41-7faffefca8f3" providerId="AD" clId="Web-{C984B0CF-AB81-C718-0624-C5A453EBD871}" dt="2026-07-20T07:04:02.444" v="290"/>
        <pc:sldMkLst>
          <pc:docMk/>
          <pc:sldMk cId="0" sldId="273"/>
        </pc:sldMkLst>
        <pc:spChg chg="mod">
          <ac:chgData name="Mansi Kajal-Assistant Professor SOET" userId="S::mansi.kajal@krmangalam.edu.in::3c99de1c-7603-4b32-be41-7faffefca8f3" providerId="AD" clId="Web-{C984B0CF-AB81-C718-0624-C5A453EBD871}" dt="2026-07-20T07:04:02.272" v="282"/>
          <ac:spMkLst>
            <pc:docMk/>
            <pc:sldMk cId="0" sldId="273"/>
            <ac:spMk id="4" creationId="{00000000-0000-0000-0000-000000000000}"/>
          </ac:spMkLst>
        </pc:spChg>
        <pc:spChg chg="mod">
          <ac:chgData name="Mansi Kajal-Assistant Professor SOET" userId="S::mansi.kajal@krmangalam.edu.in::3c99de1c-7603-4b32-be41-7faffefca8f3" providerId="AD" clId="Web-{C984B0CF-AB81-C718-0624-C5A453EBD871}" dt="2026-07-20T07:04:02.272" v="283"/>
          <ac:spMkLst>
            <pc:docMk/>
            <pc:sldMk cId="0" sldId="273"/>
            <ac:spMk id="9" creationId="{00000000-0000-0000-0000-000000000000}"/>
          </ac:spMkLst>
        </pc:spChg>
        <pc:spChg chg="mod">
          <ac:chgData name="Mansi Kajal-Assistant Professor SOET" userId="S::mansi.kajal@krmangalam.edu.in::3c99de1c-7603-4b32-be41-7faffefca8f3" providerId="AD" clId="Web-{C984B0CF-AB81-C718-0624-C5A453EBD871}" dt="2026-07-20T07:04:02.272" v="285"/>
          <ac:spMkLst>
            <pc:docMk/>
            <pc:sldMk cId="0" sldId="273"/>
            <ac:spMk id="14" creationId="{00000000-0000-0000-0000-000000000000}"/>
          </ac:spMkLst>
        </pc:spChg>
        <pc:spChg chg="mod">
          <ac:chgData name="Mansi Kajal-Assistant Professor SOET" userId="S::mansi.kajal@krmangalam.edu.in::3c99de1c-7603-4b32-be41-7faffefca8f3" providerId="AD" clId="Web-{C984B0CF-AB81-C718-0624-C5A453EBD871}" dt="2026-07-20T07:04:02.272" v="287"/>
          <ac:spMkLst>
            <pc:docMk/>
            <pc:sldMk cId="0" sldId="273"/>
            <ac:spMk id="19" creationId="{00000000-0000-0000-0000-000000000000}"/>
          </ac:spMkLst>
        </pc:spChg>
        <pc:spChg chg="mod">
          <ac:chgData name="Mansi Kajal-Assistant Professor SOET" userId="S::mansi.kajal@krmangalam.edu.in::3c99de1c-7603-4b32-be41-7faffefca8f3" providerId="AD" clId="Web-{C984B0CF-AB81-C718-0624-C5A453EBD871}" dt="2026-07-20T07:04:02.272" v="289"/>
          <ac:spMkLst>
            <pc:docMk/>
            <pc:sldMk cId="0" sldId="273"/>
            <ac:spMk id="24" creationId="{00000000-0000-0000-0000-000000000000}"/>
          </ac:spMkLst>
        </pc:spChg>
      </pc:sldChg>
      <pc:sldChg chg="modSp">
        <pc:chgData name="Mansi Kajal-Assistant Professor SOET" userId="S::mansi.kajal@krmangalam.edu.in::3c99de1c-7603-4b32-be41-7faffefca8f3" providerId="AD" clId="Web-{C984B0CF-AB81-C718-0624-C5A453EBD871}" dt="2026-07-20T07:05:05.632" v="308" actId="20577"/>
        <pc:sldMkLst>
          <pc:docMk/>
          <pc:sldMk cId="0" sldId="274"/>
        </pc:sldMkLst>
        <pc:spChg chg="mod">
          <ac:chgData name="Mansi Kajal-Assistant Professor SOET" userId="S::mansi.kajal@krmangalam.edu.in::3c99de1c-7603-4b32-be41-7faffefca8f3" providerId="AD" clId="Web-{C984B0CF-AB81-C718-0624-C5A453EBD871}" dt="2026-07-20T07:05:05.632" v="308" actId="20577"/>
          <ac:spMkLst>
            <pc:docMk/>
            <pc:sldMk cId="0" sldId="274"/>
            <ac:spMk id="7" creationId="{00000000-0000-0000-0000-000000000000}"/>
          </ac:spMkLst>
        </pc:spChg>
        <pc:spChg chg="mod">
          <ac:chgData name="Mansi Kajal-Assistant Professor SOET" userId="S::mansi.kajal@krmangalam.edu.in::3c99de1c-7603-4b32-be41-7faffefca8f3" providerId="AD" clId="Web-{C984B0CF-AB81-C718-0624-C5A453EBD871}" dt="2026-07-20T07:04:29.632" v="292"/>
          <ac:spMkLst>
            <pc:docMk/>
            <pc:sldMk cId="0" sldId="274"/>
            <ac:spMk id="11" creationId="{00000000-0000-0000-0000-000000000000}"/>
          </ac:spMkLst>
        </pc:spChg>
        <pc:spChg chg="mod">
          <ac:chgData name="Mansi Kajal-Assistant Professor SOET" userId="S::mansi.kajal@krmangalam.edu.in::3c99de1c-7603-4b32-be41-7faffefca8f3" providerId="AD" clId="Web-{C984B0CF-AB81-C718-0624-C5A453EBD871}" dt="2026-07-20T07:04:29.632" v="293"/>
          <ac:spMkLst>
            <pc:docMk/>
            <pc:sldMk cId="0" sldId="274"/>
            <ac:spMk id="12" creationId="{00000000-0000-0000-0000-000000000000}"/>
          </ac:spMkLst>
        </pc:spChg>
        <pc:spChg chg="mod">
          <ac:chgData name="Mansi Kajal-Assistant Professor SOET" userId="S::mansi.kajal@krmangalam.edu.in::3c99de1c-7603-4b32-be41-7faffefca8f3" providerId="AD" clId="Web-{C984B0CF-AB81-C718-0624-C5A453EBD871}" dt="2026-07-20T07:04:29.632" v="294"/>
          <ac:spMkLst>
            <pc:docMk/>
            <pc:sldMk cId="0" sldId="274"/>
            <ac:spMk id="15" creationId="{00000000-0000-0000-0000-000000000000}"/>
          </ac:spMkLst>
        </pc:spChg>
        <pc:spChg chg="mod">
          <ac:chgData name="Mansi Kajal-Assistant Professor SOET" userId="S::mansi.kajal@krmangalam.edu.in::3c99de1c-7603-4b32-be41-7faffefca8f3" providerId="AD" clId="Web-{C984B0CF-AB81-C718-0624-C5A453EBD871}" dt="2026-07-20T07:04:29.632" v="295"/>
          <ac:spMkLst>
            <pc:docMk/>
            <pc:sldMk cId="0" sldId="274"/>
            <ac:spMk id="16" creationId="{00000000-0000-0000-0000-000000000000}"/>
          </ac:spMkLst>
        </pc:spChg>
        <pc:spChg chg="mod">
          <ac:chgData name="Mansi Kajal-Assistant Professor SOET" userId="S::mansi.kajal@krmangalam.edu.in::3c99de1c-7603-4b32-be41-7faffefca8f3" providerId="AD" clId="Web-{C984B0CF-AB81-C718-0624-C5A453EBD871}" dt="2026-07-20T07:04:29.632" v="296"/>
          <ac:spMkLst>
            <pc:docMk/>
            <pc:sldMk cId="0" sldId="274"/>
            <ac:spMk id="19" creationId="{00000000-0000-0000-0000-000000000000}"/>
          </ac:spMkLst>
        </pc:spChg>
        <pc:spChg chg="mod">
          <ac:chgData name="Mansi Kajal-Assistant Professor SOET" userId="S::mansi.kajal@krmangalam.edu.in::3c99de1c-7603-4b32-be41-7faffefca8f3" providerId="AD" clId="Web-{C984B0CF-AB81-C718-0624-C5A453EBD871}" dt="2026-07-20T07:04:29.632" v="297"/>
          <ac:spMkLst>
            <pc:docMk/>
            <pc:sldMk cId="0" sldId="274"/>
            <ac:spMk id="20" creationId="{00000000-0000-0000-0000-000000000000}"/>
          </ac:spMkLst>
        </pc:spChg>
        <pc:spChg chg="mod">
          <ac:chgData name="Mansi Kajal-Assistant Professor SOET" userId="S::mansi.kajal@krmangalam.edu.in::3c99de1c-7603-4b32-be41-7faffefca8f3" providerId="AD" clId="Web-{C984B0CF-AB81-C718-0624-C5A453EBD871}" dt="2026-07-20T07:04:29.632" v="298"/>
          <ac:spMkLst>
            <pc:docMk/>
            <pc:sldMk cId="0" sldId="274"/>
            <ac:spMk id="23" creationId="{00000000-0000-0000-0000-000000000000}"/>
          </ac:spMkLst>
        </pc:spChg>
        <pc:spChg chg="mod">
          <ac:chgData name="Mansi Kajal-Assistant Professor SOET" userId="S::mansi.kajal@krmangalam.edu.in::3c99de1c-7603-4b32-be41-7faffefca8f3" providerId="AD" clId="Web-{C984B0CF-AB81-C718-0624-C5A453EBD871}" dt="2026-07-20T07:04:29.632" v="299"/>
          <ac:spMkLst>
            <pc:docMk/>
            <pc:sldMk cId="0" sldId="274"/>
            <ac:spMk id="24" creationId="{00000000-0000-0000-0000-000000000000}"/>
          </ac:spMkLst>
        </pc:spChg>
        <pc:spChg chg="mod">
          <ac:chgData name="Mansi Kajal-Assistant Professor SOET" userId="S::mansi.kajal@krmangalam.edu.in::3c99de1c-7603-4b32-be41-7faffefca8f3" providerId="AD" clId="Web-{C984B0CF-AB81-C718-0624-C5A453EBD871}" dt="2026-07-20T07:04:29.632" v="300"/>
          <ac:spMkLst>
            <pc:docMk/>
            <pc:sldMk cId="0" sldId="274"/>
            <ac:spMk id="27" creationId="{00000000-0000-0000-0000-000000000000}"/>
          </ac:spMkLst>
        </pc:spChg>
        <pc:spChg chg="mod">
          <ac:chgData name="Mansi Kajal-Assistant Professor SOET" userId="S::mansi.kajal@krmangalam.edu.in::3c99de1c-7603-4b32-be41-7faffefca8f3" providerId="AD" clId="Web-{C984B0CF-AB81-C718-0624-C5A453EBD871}" dt="2026-07-20T07:04:29.632" v="301"/>
          <ac:spMkLst>
            <pc:docMk/>
            <pc:sldMk cId="0" sldId="274"/>
            <ac:spMk id="28" creationId="{00000000-0000-0000-0000-000000000000}"/>
          </ac:spMkLst>
        </pc:spChg>
        <pc:spChg chg="mod">
          <ac:chgData name="Mansi Kajal-Assistant Professor SOET" userId="S::mansi.kajal@krmangalam.edu.in::3c99de1c-7603-4b32-be41-7faffefca8f3" providerId="AD" clId="Web-{C984B0CF-AB81-C718-0624-C5A453EBD871}" dt="2026-07-20T07:04:29.632" v="302"/>
          <ac:spMkLst>
            <pc:docMk/>
            <pc:sldMk cId="0" sldId="274"/>
            <ac:spMk id="31" creationId="{00000000-0000-0000-0000-000000000000}"/>
          </ac:spMkLst>
        </pc:spChg>
        <pc:spChg chg="mod">
          <ac:chgData name="Mansi Kajal-Assistant Professor SOET" userId="S::mansi.kajal@krmangalam.edu.in::3c99de1c-7603-4b32-be41-7faffefca8f3" providerId="AD" clId="Web-{C984B0CF-AB81-C718-0624-C5A453EBD871}" dt="2026-07-20T07:04:30.024" v="303"/>
          <ac:spMkLst>
            <pc:docMk/>
            <pc:sldMk cId="0" sldId="274"/>
            <ac:spMk id="32" creationId="{00000000-0000-0000-0000-000000000000}"/>
          </ac:spMkLst>
        </pc:spChg>
      </pc:sldChg>
      <pc:sldChg chg="modSp">
        <pc:chgData name="Mansi Kajal-Assistant Professor SOET" userId="S::mansi.kajal@krmangalam.edu.in::3c99de1c-7603-4b32-be41-7faffefca8f3" providerId="AD" clId="Web-{C984B0CF-AB81-C718-0624-C5A453EBD871}" dt="2026-07-20T07:05:17.616" v="314"/>
        <pc:sldMkLst>
          <pc:docMk/>
          <pc:sldMk cId="0" sldId="275"/>
        </pc:sldMkLst>
        <pc:spChg chg="mod">
          <ac:chgData name="Mansi Kajal-Assistant Professor SOET" userId="S::mansi.kajal@krmangalam.edu.in::3c99de1c-7603-4b32-be41-7faffefca8f3" providerId="AD" clId="Web-{C984B0CF-AB81-C718-0624-C5A453EBD871}" dt="2026-07-20T07:05:17.523" v="309"/>
          <ac:spMkLst>
            <pc:docMk/>
            <pc:sldMk cId="0" sldId="275"/>
            <ac:spMk id="8" creationId="{00000000-0000-0000-0000-000000000000}"/>
          </ac:spMkLst>
        </pc:spChg>
        <pc:spChg chg="mod">
          <ac:chgData name="Mansi Kajal-Assistant Professor SOET" userId="S::mansi.kajal@krmangalam.edu.in::3c99de1c-7603-4b32-be41-7faffefca8f3" providerId="AD" clId="Web-{C984B0CF-AB81-C718-0624-C5A453EBD871}" dt="2026-07-20T07:05:17.523" v="310"/>
          <ac:spMkLst>
            <pc:docMk/>
            <pc:sldMk cId="0" sldId="275"/>
            <ac:spMk id="12" creationId="{00000000-0000-0000-0000-000000000000}"/>
          </ac:spMkLst>
        </pc:spChg>
        <pc:spChg chg="mod">
          <ac:chgData name="Mansi Kajal-Assistant Professor SOET" userId="S::mansi.kajal@krmangalam.edu.in::3c99de1c-7603-4b32-be41-7faffefca8f3" providerId="AD" clId="Web-{C984B0CF-AB81-C718-0624-C5A453EBD871}" dt="2026-07-20T07:05:17.523" v="311"/>
          <ac:spMkLst>
            <pc:docMk/>
            <pc:sldMk cId="0" sldId="275"/>
            <ac:spMk id="16" creationId="{00000000-0000-0000-0000-000000000000}"/>
          </ac:spMkLst>
        </pc:spChg>
        <pc:spChg chg="mod">
          <ac:chgData name="Mansi Kajal-Assistant Professor SOET" userId="S::mansi.kajal@krmangalam.edu.in::3c99de1c-7603-4b32-be41-7faffefca8f3" providerId="AD" clId="Web-{C984B0CF-AB81-C718-0624-C5A453EBD871}" dt="2026-07-20T07:05:17.523" v="312"/>
          <ac:spMkLst>
            <pc:docMk/>
            <pc:sldMk cId="0" sldId="275"/>
            <ac:spMk id="20" creationId="{00000000-0000-0000-0000-000000000000}"/>
          </ac:spMkLst>
        </pc:spChg>
        <pc:spChg chg="mod">
          <ac:chgData name="Mansi Kajal-Assistant Professor SOET" userId="S::mansi.kajal@krmangalam.edu.in::3c99de1c-7603-4b32-be41-7faffefca8f3" providerId="AD" clId="Web-{C984B0CF-AB81-C718-0624-C5A453EBD871}" dt="2026-07-20T07:05:17.523" v="313"/>
          <ac:spMkLst>
            <pc:docMk/>
            <pc:sldMk cId="0" sldId="275"/>
            <ac:spMk id="24" creationId="{00000000-0000-0000-0000-000000000000}"/>
          </ac:spMkLst>
        </pc:spChg>
        <pc:spChg chg="mod">
          <ac:chgData name="Mansi Kajal-Assistant Professor SOET" userId="S::mansi.kajal@krmangalam.edu.in::3c99de1c-7603-4b32-be41-7faffefca8f3" providerId="AD" clId="Web-{C984B0CF-AB81-C718-0624-C5A453EBD871}" dt="2026-07-20T07:05:17.616" v="314"/>
          <ac:spMkLst>
            <pc:docMk/>
            <pc:sldMk cId="0" sldId="275"/>
            <ac:spMk id="26" creationId="{00000000-0000-0000-0000-000000000000}"/>
          </ac:spMkLst>
        </pc:spChg>
      </pc:sldChg>
      <pc:sldChg chg="delSp modSp">
        <pc:chgData name="Mansi Kajal-Assistant Professor SOET" userId="S::mansi.kajal@krmangalam.edu.in::3c99de1c-7603-4b32-be41-7faffefca8f3" providerId="AD" clId="Web-{C984B0CF-AB81-C718-0624-C5A453EBD871}" dt="2026-07-20T07:07:41.587" v="361" actId="1076"/>
        <pc:sldMkLst>
          <pc:docMk/>
          <pc:sldMk cId="0" sldId="276"/>
        </pc:sldMkLst>
        <pc:spChg chg="mod">
          <ac:chgData name="Mansi Kajal-Assistant Professor SOET" userId="S::mansi.kajal@krmangalam.edu.in::3c99de1c-7603-4b32-be41-7faffefca8f3" providerId="AD" clId="Web-{C984B0CF-AB81-C718-0624-C5A453EBD871}" dt="2026-07-20T07:06:06.586" v="329" actId="1076"/>
          <ac:spMkLst>
            <pc:docMk/>
            <pc:sldMk cId="0" sldId="276"/>
            <ac:spMk id="5" creationId="{00000000-0000-0000-0000-000000000000}"/>
          </ac:spMkLst>
        </pc:spChg>
        <pc:spChg chg="mod">
          <ac:chgData name="Mansi Kajal-Assistant Professor SOET" userId="S::mansi.kajal@krmangalam.edu.in::3c99de1c-7603-4b32-be41-7faffefca8f3" providerId="AD" clId="Web-{C984B0CF-AB81-C718-0624-C5A453EBD871}" dt="2026-07-20T07:06:10.618" v="330" actId="14100"/>
          <ac:spMkLst>
            <pc:docMk/>
            <pc:sldMk cId="0" sldId="276"/>
            <ac:spMk id="6" creationId="{00000000-0000-0000-0000-000000000000}"/>
          </ac:spMkLst>
        </pc:spChg>
        <pc:spChg chg="mod">
          <ac:chgData name="Mansi Kajal-Assistant Professor SOET" userId="S::mansi.kajal@krmangalam.edu.in::3c99de1c-7603-4b32-be41-7faffefca8f3" providerId="AD" clId="Web-{C984B0CF-AB81-C718-0624-C5A453EBD871}" dt="2026-07-20T07:06:20.525" v="332" actId="14100"/>
          <ac:spMkLst>
            <pc:docMk/>
            <pc:sldMk cId="0" sldId="276"/>
            <ac:spMk id="8" creationId="{00000000-0000-0000-0000-000000000000}"/>
          </ac:spMkLst>
        </pc:spChg>
        <pc:spChg chg="mod">
          <ac:chgData name="Mansi Kajal-Assistant Professor SOET" userId="S::mansi.kajal@krmangalam.edu.in::3c99de1c-7603-4b32-be41-7faffefca8f3" providerId="AD" clId="Web-{C984B0CF-AB81-C718-0624-C5A453EBD871}" dt="2026-07-20T07:05:44.227" v="316"/>
          <ac:spMkLst>
            <pc:docMk/>
            <pc:sldMk cId="0" sldId="276"/>
            <ac:spMk id="9" creationId="{00000000-0000-0000-0000-000000000000}"/>
          </ac:spMkLst>
        </pc:spChg>
        <pc:spChg chg="mod">
          <ac:chgData name="Mansi Kajal-Assistant Professor SOET" userId="S::mansi.kajal@krmangalam.edu.in::3c99de1c-7603-4b32-be41-7faffefca8f3" providerId="AD" clId="Web-{C984B0CF-AB81-C718-0624-C5A453EBD871}" dt="2026-07-20T07:05:44.227" v="317"/>
          <ac:spMkLst>
            <pc:docMk/>
            <pc:sldMk cId="0" sldId="276"/>
            <ac:spMk id="10" creationId="{00000000-0000-0000-0000-000000000000}"/>
          </ac:spMkLst>
        </pc:spChg>
        <pc:spChg chg="mod">
          <ac:chgData name="Mansi Kajal-Assistant Professor SOET" userId="S::mansi.kajal@krmangalam.edu.in::3c99de1c-7603-4b32-be41-7faffefca8f3" providerId="AD" clId="Web-{C984B0CF-AB81-C718-0624-C5A453EBD871}" dt="2026-07-20T07:07:36.978" v="360" actId="1076"/>
          <ac:spMkLst>
            <pc:docMk/>
            <pc:sldMk cId="0" sldId="276"/>
            <ac:spMk id="33" creationId="{00000000-0000-0000-0000-000000000000}"/>
          </ac:spMkLst>
        </pc:spChg>
        <pc:spChg chg="mod">
          <ac:chgData name="Mansi Kajal-Assistant Professor SOET" userId="S::mansi.kajal@krmangalam.edu.in::3c99de1c-7603-4b32-be41-7faffefca8f3" providerId="AD" clId="Web-{C984B0CF-AB81-C718-0624-C5A453EBD871}" dt="2026-07-20T07:07:41.587" v="361" actId="1076"/>
          <ac:spMkLst>
            <pc:docMk/>
            <pc:sldMk cId="0" sldId="276"/>
            <ac:spMk id="34" creationId="{00000000-0000-0000-0000-000000000000}"/>
          </ac:spMkLst>
        </pc:spChg>
      </pc:sldChg>
      <pc:sldChg chg="delSp">
        <pc:chgData name="Mansi Kajal-Assistant Professor SOET" userId="S::mansi.kajal@krmangalam.edu.in::3c99de1c-7603-4b32-be41-7faffefca8f3" providerId="AD" clId="Web-{C984B0CF-AB81-C718-0624-C5A453EBD871}" dt="2026-07-20T06:53:59.841" v="0"/>
        <pc:sldMkLst>
          <pc:docMk/>
          <pc:sldMk cId="828390123" sldId="5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7989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1</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40683164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476EE-2639-CA65-AF74-DEC30BF91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D383A-95D6-057B-A805-F1147765AE1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6323212-A229-61B6-0EA3-0AF040886031}"/>
              </a:ext>
            </a:extLst>
          </p:cNvPr>
          <p:cNvSpPr>
            <a:spLocks noGrp="1"/>
          </p:cNvSpPr>
          <p:nvPr>
            <p:ph type="body" sz="quarter" idx="3"/>
          </p:nvPr>
        </p:nvSpPr>
        <p:spPr/>
        <p:txBody>
          <a:bodyPr/>
          <a:lstStyle/>
          <a:p>
            <a:r>
              <a:t>Point students at the NPTEL course as the structured option and MongoDB University for hands-on NoSQL, which the prescribed textbooks cover only briefly. The cloud vendor architecture pages are short and current, and are the quickest way to see the characteristics from this session described as product features. Restate the assessment note — this is examinable material, not optional enrichment.</a:t>
            </a:r>
          </a:p>
        </p:txBody>
      </p:sp>
      <p:sp>
        <p:nvSpPr>
          <p:cNvPr id="4" name="Slide Number Placeholder 3">
            <a:extLst>
              <a:ext uri="{FF2B5EF4-FFF2-40B4-BE49-F238E27FC236}">
                <a16:creationId xmlns:a16="http://schemas.microsoft.com/office/drawing/2014/main" id="{1C3BA262-D56B-04A9-A063-1550D270769B}"/>
              </a:ext>
            </a:extLst>
          </p:cNvPr>
          <p:cNvSpPr>
            <a:spLocks noGrp="1"/>
          </p:cNvSpPr>
          <p:nvPr>
            <p:ph type="sldNum" sz="quarter" idx="5"/>
          </p:nvPr>
        </p:nvSpPr>
        <p:spPr/>
      </p:sp>
    </p:spTree>
    <p:extLst>
      <p:ext uri="{BB962C8B-B14F-4D97-AF65-F5344CB8AC3E}">
        <p14:creationId xmlns:p14="http://schemas.microsoft.com/office/powerpoint/2010/main" val="2386072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a:xfrm>
            <a:off x="191344" y="6761260"/>
            <a:ext cx="11809312" cy="124124"/>
          </a:xfrm>
        </p:spPr>
        <p:txBody>
          <a:bodyPr/>
          <a:lstStyle>
            <a:lvl1pPr algn="l">
              <a:defRPr>
                <a:solidFill>
                  <a:schemeClr val="bg1"/>
                </a:solidFill>
              </a:defRPr>
            </a:lvl1pPr>
          </a:lstStyle>
          <a:p>
            <a:r>
              <a:rPr lang="en-US"/>
              <a:t>Ms. Archna, Dr. Preeti &amp; Dr. Vandna                              Theory of Computation                              Finite Automata</a:t>
            </a:r>
            <a:endParaRPr lang="en-IN"/>
          </a:p>
        </p:txBody>
      </p:sp>
      <p:sp>
        <p:nvSpPr>
          <p:cNvPr id="6" name="Slide Number Placeholder 5"/>
          <p:cNvSpPr>
            <a:spLocks noGrp="1"/>
          </p:cNvSpPr>
          <p:nvPr>
            <p:ph type="sldNum" sz="quarter" idx="12"/>
          </p:nvPr>
        </p:nvSpPr>
        <p:spPr>
          <a:xfrm>
            <a:off x="9305639" y="6620868"/>
            <a:ext cx="2844800" cy="365125"/>
          </a:xfrm>
        </p:spPr>
        <p:txBody>
          <a:bodyPr/>
          <a:lstStyle>
            <a:lvl1pPr>
              <a:defRPr>
                <a:solidFill>
                  <a:schemeClr val="bg1"/>
                </a:solidFill>
              </a:defRPr>
            </a:lvl1pPr>
          </a:lstStyle>
          <a:p>
            <a:fld id="{C421C46D-3F04-4F73-BF36-E6D9DA5AE143}" type="slidenum">
              <a:rPr lang="en-IN" smtClean="0"/>
              <a:pPr/>
              <a:t>‹#›</a:t>
            </a:fld>
            <a:endParaRPr lang="en-IN"/>
          </a:p>
        </p:txBody>
      </p:sp>
    </p:spTree>
    <p:extLst>
      <p:ext uri="{BB962C8B-B14F-4D97-AF65-F5344CB8AC3E}">
        <p14:creationId xmlns:p14="http://schemas.microsoft.com/office/powerpoint/2010/main" val="197167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657C4-BC08-7799-60E5-5DC1A7D38F31}"/>
              </a:ext>
            </a:extLst>
          </p:cNvPr>
          <p:cNvSpPr>
            <a:spLocks noGrp="1"/>
          </p:cNvSpPr>
          <p:nvPr>
            <p:ph type="title" hasCustomPrompt="1"/>
          </p:nvPr>
        </p:nvSpPr>
        <p:spPr/>
        <p:txBody>
          <a:bodyPr/>
          <a:lstStyle>
            <a:lvl1pPr>
              <a:defRPr>
                <a:latin typeface="Arial Black" panose="020B0A04020102020204" pitchFamily="34" charset="0"/>
                <a:cs typeface="Arial" panose="020B0604020202020204" pitchFamily="34" charset="0"/>
              </a:defRPr>
            </a:lvl1pPr>
          </a:lstStyle>
          <a:p>
            <a:r>
              <a:rPr lang="en-US" dirty="0"/>
              <a:t>Check for understanding</a:t>
            </a:r>
            <a:endParaRPr lang="en-IN" dirty="0"/>
          </a:p>
        </p:txBody>
      </p:sp>
      <p:sp>
        <p:nvSpPr>
          <p:cNvPr id="3" name="Date Placeholder 2">
            <a:extLst>
              <a:ext uri="{FF2B5EF4-FFF2-40B4-BE49-F238E27FC236}">
                <a16:creationId xmlns:a16="http://schemas.microsoft.com/office/drawing/2014/main" id="{C0A3006B-81DD-02D1-F5EC-FA296B030F19}"/>
              </a:ext>
            </a:extLst>
          </p:cNvPr>
          <p:cNvSpPr>
            <a:spLocks noGrp="1"/>
          </p:cNvSpPr>
          <p:nvPr>
            <p:ph type="dt" sz="half" idx="10"/>
          </p:nvPr>
        </p:nvSpPr>
        <p:spPr/>
        <p:txBody>
          <a:bodyPr/>
          <a:lstStyle/>
          <a:p>
            <a:fld id="{C888F347-2569-4226-9022-DE8088F87A84}" type="datetimeFigureOut">
              <a:rPr lang="en-IN" smtClean="0"/>
              <a:t>04-08-2026</a:t>
            </a:fld>
            <a:endParaRPr lang="en-IN"/>
          </a:p>
        </p:txBody>
      </p:sp>
      <p:sp>
        <p:nvSpPr>
          <p:cNvPr id="4" name="Footer Placeholder 3">
            <a:extLst>
              <a:ext uri="{FF2B5EF4-FFF2-40B4-BE49-F238E27FC236}">
                <a16:creationId xmlns:a16="http://schemas.microsoft.com/office/drawing/2014/main" id="{C9F63F23-50D0-1B28-DC9D-016383C67B4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6F70BB8-193B-2320-1328-B4AAEA4D54AD}"/>
              </a:ext>
            </a:extLst>
          </p:cNvPr>
          <p:cNvSpPr>
            <a:spLocks noGrp="1"/>
          </p:cNvSpPr>
          <p:nvPr>
            <p:ph type="sldNum" sz="quarter" idx="12"/>
          </p:nvPr>
        </p:nvSpPr>
        <p:spPr/>
        <p:txBody>
          <a:bodyPr/>
          <a:lstStyle/>
          <a:p>
            <a:fld id="{9F351B64-867A-4F20-90C3-3BD18464E5B3}" type="slidenum">
              <a:rPr lang="en-IN" smtClean="0"/>
              <a:t>‹#›</a:t>
            </a:fld>
            <a:endParaRPr lang="en-IN"/>
          </a:p>
        </p:txBody>
      </p:sp>
      <p:sp>
        <p:nvSpPr>
          <p:cNvPr id="6" name="Content Placeholder 2">
            <a:extLst>
              <a:ext uri="{FF2B5EF4-FFF2-40B4-BE49-F238E27FC236}">
                <a16:creationId xmlns:a16="http://schemas.microsoft.com/office/drawing/2014/main" id="{D7F5DEA6-124E-4662-F0E3-5D6A7A8A317E}"/>
              </a:ext>
            </a:extLst>
          </p:cNvPr>
          <p:cNvSpPr>
            <a:spLocks noGrp="1"/>
          </p:cNvSpPr>
          <p:nvPr>
            <p:ph idx="1" hasCustomPrompt="1"/>
          </p:nvPr>
        </p:nvSpPr>
        <p:spPr>
          <a:xfrm>
            <a:off x="838200" y="1825625"/>
            <a:ext cx="10515600" cy="43513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Encourage summary of Key Concepts, True-False questions, Short quiz, etc.</a:t>
            </a:r>
          </a:p>
          <a:p>
            <a:pPr marL="685800" marR="0" lvl="1"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962456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2.png"/><Relationship Id="rId12"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19.pn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6.png"/><Relationship Id="rId12"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16.png"/><Relationship Id="rId5" Type="http://schemas.openxmlformats.org/officeDocument/2006/relationships/image" Target="../media/image24.png"/><Relationship Id="rId10" Type="http://schemas.openxmlformats.org/officeDocument/2006/relationships/image" Target="../media/image12.png"/><Relationship Id="rId4" Type="http://schemas.openxmlformats.org/officeDocument/2006/relationships/image" Target="../media/image23.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1.png"/><Relationship Id="rId10" Type="http://schemas.openxmlformats.org/officeDocument/2006/relationships/image" Target="../media/image32.png"/><Relationship Id="rId4" Type="http://schemas.openxmlformats.org/officeDocument/2006/relationships/image" Target="../media/image10.pn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png"/><Relationship Id="rId7"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3.png"/><Relationship Id="rId4" Type="http://schemas.openxmlformats.org/officeDocument/2006/relationships/image" Target="../media/image29.png"/><Relationship Id="rId9"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22.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6.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6.png"/><Relationship Id="rId11" Type="http://schemas.openxmlformats.org/officeDocument/2006/relationships/image" Target="../media/image12.png"/><Relationship Id="rId5" Type="http://schemas.openxmlformats.org/officeDocument/2006/relationships/image" Target="../media/image16.png"/><Relationship Id="rId10" Type="http://schemas.openxmlformats.org/officeDocument/2006/relationships/image" Target="../media/image44.png"/><Relationship Id="rId4" Type="http://schemas.openxmlformats.org/officeDocument/2006/relationships/image" Target="../media/image23.png"/><Relationship Id="rId9"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45.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8.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9.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77722" y="150276"/>
            <a:ext cx="8682775" cy="6447077"/>
          </a:xfrm>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94383" y="150275"/>
            <a:ext cx="6396065" cy="920873"/>
          </a:xfrm>
          <a:prstGeom prst="rect">
            <a:avLst/>
          </a:prstGeom>
        </p:spPr>
      </p:pic>
      <p:sp>
        <p:nvSpPr>
          <p:cNvPr id="3" name="Rectangle 1">
            <a:extLst>
              <a:ext uri="{FF2B5EF4-FFF2-40B4-BE49-F238E27FC236}">
                <a16:creationId xmlns:a16="http://schemas.microsoft.com/office/drawing/2014/main" id="{0A7DA37A-11B2-EE8B-F6D4-23A07A6F9262}"/>
              </a:ext>
            </a:extLst>
          </p:cNvPr>
          <p:cNvSpPr>
            <a:spLocks noChangeArrowheads="1"/>
          </p:cNvSpPr>
          <p:nvPr/>
        </p:nvSpPr>
        <p:spPr bwMode="auto">
          <a:xfrm>
            <a:off x="1919536" y="2550141"/>
            <a:ext cx="864096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buSzPct val="25000"/>
            </a:pPr>
            <a:r>
              <a:rPr lang="en-US" sz="2400" kern="100" dirty="0">
                <a:latin typeface="Verdana"/>
                <a:ea typeface="Times New Roman" panose="02020603050405020304" pitchFamily="18" charset="0"/>
                <a:cs typeface="Times New Roman"/>
              </a:rPr>
              <a:t>Ms. Mansi, Dr. Rishika Ms. Megha Sharma, Dr. Reenu, Dr. Swati, Dr, Surabhi, Ms. Neha </a:t>
            </a:r>
            <a:r>
              <a:rPr lang="en-US" sz="2400" kern="100" dirty="0" err="1">
                <a:latin typeface="Verdana"/>
                <a:ea typeface="Times New Roman" panose="02020603050405020304" pitchFamily="18" charset="0"/>
                <a:cs typeface="Times New Roman"/>
              </a:rPr>
              <a:t>kaushik</a:t>
            </a:r>
            <a:r>
              <a:rPr lang="en-US" sz="2400" kern="100" dirty="0">
                <a:latin typeface="Verdana"/>
                <a:ea typeface="Times New Roman" panose="02020603050405020304" pitchFamily="18" charset="0"/>
                <a:cs typeface="Times New Roman"/>
              </a:rPr>
              <a:t> and Ms. Deepika Garg</a:t>
            </a:r>
            <a:endParaRPr lang="en-IN" sz="2400" b="1" dirty="0" err="1">
              <a:solidFill>
                <a:srgbClr val="E31E24"/>
              </a:solidFill>
              <a:cs typeface="Times New Roman" panose="02020603050405020304" pitchFamily="18" charset="0"/>
              <a:sym typeface="Arial"/>
            </a:endParaRPr>
          </a:p>
        </p:txBody>
      </p:sp>
      <p:sp>
        <p:nvSpPr>
          <p:cNvPr id="6" name="Rectangle 1">
            <a:extLst>
              <a:ext uri="{FF2B5EF4-FFF2-40B4-BE49-F238E27FC236}">
                <a16:creationId xmlns:a16="http://schemas.microsoft.com/office/drawing/2014/main" id="{5BBDD341-9065-6500-56A4-3D760AE6D8BD}"/>
              </a:ext>
            </a:extLst>
          </p:cNvPr>
          <p:cNvSpPr>
            <a:spLocks noChangeArrowheads="1"/>
          </p:cNvSpPr>
          <p:nvPr/>
        </p:nvSpPr>
        <p:spPr bwMode="auto">
          <a:xfrm>
            <a:off x="1783080" y="1663572"/>
            <a:ext cx="849694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a:buSzPct val="25000"/>
            </a:pPr>
            <a:r>
              <a:rPr lang="en-US" sz="3200" b="1" kern="100">
                <a:latin typeface="Verdana" panose="020B0604030504040204" pitchFamily="34" charset="0"/>
                <a:ea typeface="Times New Roman" panose="02020603050405020304" pitchFamily="18" charset="0"/>
                <a:cs typeface="Times New Roman" panose="02020603050405020304" pitchFamily="18" charset="0"/>
              </a:rPr>
              <a:t>Database Management Systems</a:t>
            </a:r>
            <a:endParaRPr lang="en-IN" sz="3200" b="1">
              <a:solidFill>
                <a:srgbClr val="E31E24"/>
              </a:solidFill>
              <a:cs typeface="Times New Roman" panose="02020603050405020304" pitchFamily="18" charset="0"/>
              <a:sym typeface="Arial"/>
            </a:endParaRPr>
          </a:p>
        </p:txBody>
      </p:sp>
      <p:sp>
        <p:nvSpPr>
          <p:cNvPr id="7" name="Rectangle 1">
            <a:extLst>
              <a:ext uri="{FF2B5EF4-FFF2-40B4-BE49-F238E27FC236}">
                <a16:creationId xmlns:a16="http://schemas.microsoft.com/office/drawing/2014/main" id="{99D8B597-3B07-52D6-2F94-7B4B11AB32A8}"/>
              </a:ext>
            </a:extLst>
          </p:cNvPr>
          <p:cNvSpPr>
            <a:spLocks noChangeArrowheads="1"/>
          </p:cNvSpPr>
          <p:nvPr/>
        </p:nvSpPr>
        <p:spPr bwMode="auto">
          <a:xfrm>
            <a:off x="1817335" y="4293756"/>
            <a:ext cx="849694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a:buSzPct val="25000"/>
            </a:pPr>
            <a:r>
              <a:rPr lang="en-US" kern="100">
                <a:latin typeface="Verdana" panose="020B0604030504040204" pitchFamily="34" charset="0"/>
                <a:ea typeface="Times New Roman" panose="02020603050405020304" pitchFamily="18" charset="0"/>
                <a:cs typeface="Times New Roman" panose="02020603050405020304" pitchFamily="18" charset="0"/>
              </a:rPr>
              <a:t>Faculty</a:t>
            </a:r>
          </a:p>
          <a:p>
            <a:pPr lvl="0" algn="ctr">
              <a:buSzPct val="25000"/>
            </a:pPr>
            <a:r>
              <a:rPr lang="en-US" kern="100">
                <a:latin typeface="Verdana" panose="020B0604030504040204" pitchFamily="34" charset="0"/>
                <a:ea typeface="Times New Roman" panose="02020603050405020304" pitchFamily="18" charset="0"/>
                <a:cs typeface="Times New Roman" panose="02020603050405020304" pitchFamily="18" charset="0"/>
              </a:rPr>
              <a:t>School of Engineering &amp; Technology(SOET)</a:t>
            </a:r>
          </a:p>
          <a:p>
            <a:pPr lvl="0" algn="ctr">
              <a:buSzPct val="25000"/>
            </a:pPr>
            <a:r>
              <a:rPr lang="en-US" kern="100">
                <a:latin typeface="Verdana" panose="020B0604030504040204" pitchFamily="34" charset="0"/>
                <a:ea typeface="Times New Roman" panose="02020603050405020304" pitchFamily="18" charset="0"/>
                <a:cs typeface="Times New Roman" panose="02020603050405020304" pitchFamily="18" charset="0"/>
              </a:rPr>
              <a:t>K. R. </a:t>
            </a:r>
            <a:r>
              <a:rPr lang="en-US" kern="100" err="1">
                <a:latin typeface="Verdana" panose="020B0604030504040204" pitchFamily="34" charset="0"/>
                <a:ea typeface="Times New Roman" panose="02020603050405020304" pitchFamily="18" charset="0"/>
                <a:cs typeface="Times New Roman" panose="02020603050405020304" pitchFamily="18" charset="0"/>
              </a:rPr>
              <a:t>Mangalam</a:t>
            </a:r>
            <a:r>
              <a:rPr lang="en-US" kern="100">
                <a:latin typeface="Verdana" panose="020B0604030504040204" pitchFamily="34" charset="0"/>
                <a:ea typeface="Times New Roman" panose="02020603050405020304" pitchFamily="18" charset="0"/>
                <a:cs typeface="Times New Roman" panose="02020603050405020304" pitchFamily="18" charset="0"/>
              </a:rPr>
              <a:t> University</a:t>
            </a:r>
          </a:p>
        </p:txBody>
      </p:sp>
      <p:sp>
        <p:nvSpPr>
          <p:cNvPr id="2" name="Slide Number Placeholder 1"/>
          <p:cNvSpPr>
            <a:spLocks noGrp="1"/>
          </p:cNvSpPr>
          <p:nvPr>
            <p:ph type="sldNum" sz="quarter" idx="12"/>
          </p:nvPr>
        </p:nvSpPr>
        <p:spPr/>
        <p:txBody>
          <a:bodyPr/>
          <a:lstStyle/>
          <a:p>
            <a:fld id="{C421C46D-3F04-4F73-BF36-E6D9DA5AE143}" type="slidenum">
              <a:rPr lang="en-IN" smtClean="0"/>
              <a:pPr/>
              <a:t>1</a:t>
            </a:fld>
            <a:endParaRPr lang="en-IN"/>
          </a:p>
        </p:txBody>
      </p:sp>
    </p:spTree>
    <p:extLst>
      <p:ext uri="{BB962C8B-B14F-4D97-AF65-F5344CB8AC3E}">
        <p14:creationId xmlns:p14="http://schemas.microsoft.com/office/powerpoint/2010/main" val="74535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505744" y="-14447"/>
            <a:ext cx="9180512" cy="6885384"/>
          </a:xfrm>
        </p:spPr>
      </p:pic>
      <p:sp>
        <p:nvSpPr>
          <p:cNvPr id="5" name="Rectangle 1"/>
          <p:cNvSpPr>
            <a:spLocks noChangeArrowheads="1"/>
          </p:cNvSpPr>
          <p:nvPr/>
        </p:nvSpPr>
        <p:spPr bwMode="auto">
          <a:xfrm>
            <a:off x="1992053" y="2398196"/>
            <a:ext cx="8244407"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a:buSzPct val="25000"/>
            </a:pPr>
            <a:r>
              <a:rPr lang="en-US" sz="3400" b="1" kern="100">
                <a:latin typeface="+mj-lt"/>
                <a:ea typeface="Times New Roman" panose="02020603050405020304" pitchFamily="18" charset="0"/>
                <a:cs typeface="Times New Roman" panose="02020603050405020304" pitchFamily="18" charset="0"/>
              </a:rPr>
              <a:t>Session 1</a:t>
            </a:r>
          </a:p>
          <a:p>
            <a:r>
              <a:rPr lang="en-US" sz="3200" b="1">
                <a:solidFill>
                  <a:srgbClr val="1F4E79"/>
                </a:solidFill>
              </a:rPr>
              <a:t>Introduction to DBMS Database vs. File Systems</a:t>
            </a:r>
            <a:endParaRPr lang="en-IN" sz="3200" b="1">
              <a:solidFill>
                <a:srgbClr val="E31E24"/>
              </a:solidFill>
              <a:latin typeface="+mj-lt"/>
              <a:cs typeface="Times New Roman" panose="02020603050405020304" pitchFamily="18" charset="0"/>
              <a:sym typeface="Arial"/>
            </a:endParaRPr>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84232" y="6381329"/>
            <a:ext cx="2411760" cy="346691"/>
          </a:xfrm>
          <a:prstGeom prst="rect">
            <a:avLst/>
          </a:prstGeom>
        </p:spPr>
      </p:pic>
    </p:spTree>
    <p:extLst>
      <p:ext uri="{BB962C8B-B14F-4D97-AF65-F5344CB8AC3E}">
        <p14:creationId xmlns:p14="http://schemas.microsoft.com/office/powerpoint/2010/main" val="828390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Session Objectives</a:t>
            </a:r>
            <a:endParaRPr lang="en-US" sz="3200" dirty="0"/>
          </a:p>
        </p:txBody>
      </p:sp>
      <p:sp>
        <p:nvSpPr>
          <p:cNvPr id="5" name="Text 2"/>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2</a:t>
            </a:r>
            <a:endParaRPr lang="en-US" sz="1100" dirty="0"/>
          </a:p>
        </p:txBody>
      </p:sp>
      <p:sp>
        <p:nvSpPr>
          <p:cNvPr id="6" name="Shape 3"/>
          <p:cNvSpPr/>
          <p:nvPr/>
        </p:nvSpPr>
        <p:spPr>
          <a:xfrm>
            <a:off x="640080" y="1600200"/>
            <a:ext cx="10881360" cy="841248"/>
          </a:xfrm>
          <a:prstGeom prst="roundRect">
            <a:avLst>
              <a:gd name="adj" fmla="val 10870"/>
            </a:avLst>
          </a:prstGeom>
          <a:solidFill>
            <a:srgbClr val="FFFFFF"/>
          </a:solidFill>
          <a:ln w="12700">
            <a:solidFill>
              <a:srgbClr val="E3E8EF"/>
            </a:solidFill>
            <a:prstDash val="solid"/>
          </a:ln>
          <a:effectLst>
            <a:outerShdw blurRad="76200" dist="25400" dir="5400000" algn="bl" rotWithShape="0">
              <a:srgbClr val="9AA5B1">
                <a:alpha val="28000"/>
              </a:srgbClr>
            </a:outerShdw>
          </a:effectLst>
        </p:spPr>
      </p:sp>
      <p:sp>
        <p:nvSpPr>
          <p:cNvPr id="7" name="Shape 4"/>
          <p:cNvSpPr/>
          <p:nvPr/>
        </p:nvSpPr>
        <p:spPr>
          <a:xfrm>
            <a:off x="841248" y="1737360"/>
            <a:ext cx="566928" cy="566928"/>
          </a:xfrm>
          <a:prstGeom prst="ellipse">
            <a:avLst/>
          </a:prstGeom>
          <a:solidFill>
            <a:srgbClr val="1F4E79"/>
          </a:solidFill>
          <a:ln/>
        </p:spPr>
      </p:sp>
      <p:pic>
        <p:nvPicPr>
          <p:cNvPr id="8" name="Image 1" descr="preencoded.png"/>
          <p:cNvPicPr>
            <a:picLocks noChangeAspect="1"/>
          </p:cNvPicPr>
          <p:nvPr/>
        </p:nvPicPr>
        <p:blipFill>
          <a:blip r:embed="rId4"/>
          <a:stretch>
            <a:fillRect/>
          </a:stretch>
        </p:blipFill>
        <p:spPr>
          <a:xfrm>
            <a:off x="994319" y="1890431"/>
            <a:ext cx="260787" cy="260787"/>
          </a:xfrm>
          <a:prstGeom prst="rect">
            <a:avLst/>
          </a:prstGeom>
        </p:spPr>
      </p:pic>
      <p:sp>
        <p:nvSpPr>
          <p:cNvPr id="9" name="Text 5"/>
          <p:cNvSpPr/>
          <p:nvPr/>
        </p:nvSpPr>
        <p:spPr>
          <a:xfrm>
            <a:off x="1499616" y="1728216"/>
            <a:ext cx="9838944" cy="384048"/>
          </a:xfrm>
          <a:prstGeom prst="rect">
            <a:avLst/>
          </a:prstGeom>
          <a:noFill/>
          <a:ln/>
        </p:spPr>
        <p:txBody>
          <a:bodyPr wrap="square" lIns="0" tIns="0" rIns="0" bIns="0" rtlCol="0" anchor="t"/>
          <a:lstStyle/>
          <a:p>
            <a:pPr marL="0" indent="0" algn="l">
              <a:buNone/>
            </a:pPr>
            <a:r>
              <a:rPr lang="en-US" b="1" dirty="0">
                <a:solidFill>
                  <a:srgbClr val="1F4E79"/>
                </a:solidFill>
                <a:latin typeface="Calibri" pitchFamily="34" charset="0"/>
                <a:ea typeface="Calibri" pitchFamily="34" charset="-122"/>
                <a:cs typeface="Calibri" pitchFamily="34" charset="-120"/>
              </a:rPr>
              <a:t>Explain the core idea</a:t>
            </a:r>
            <a:endParaRPr lang="en-US" dirty="0"/>
          </a:p>
        </p:txBody>
      </p:sp>
      <p:sp>
        <p:nvSpPr>
          <p:cNvPr id="10" name="Text 6"/>
          <p:cNvSpPr/>
          <p:nvPr/>
        </p:nvSpPr>
        <p:spPr>
          <a:xfrm>
            <a:off x="1499616" y="2112264"/>
            <a:ext cx="9838944" cy="237744"/>
          </a:xfrm>
          <a:prstGeom prst="rect">
            <a:avLst/>
          </a:prstGeom>
          <a:noFill/>
          <a:ln/>
        </p:spPr>
        <p:txBody>
          <a:bodyPr wrap="square" lIns="0" tIns="0" rIns="0" bIns="0" rtlCol="0" anchor="t"/>
          <a:lstStyle/>
          <a:p>
            <a:pPr marL="0" indent="0" algn="l">
              <a:buNone/>
            </a:pPr>
            <a:r>
              <a:rPr lang="en-US" dirty="0">
                <a:solidFill>
                  <a:srgbClr val="64748B"/>
                </a:solidFill>
                <a:latin typeface="Calibri" pitchFamily="34" charset="0"/>
                <a:ea typeface="Calibri" pitchFamily="34" charset="-122"/>
                <a:cs typeface="Calibri" pitchFamily="34" charset="-120"/>
              </a:rPr>
              <a:t>What a file system and a DBMS really are</a:t>
            </a:r>
            <a:endParaRPr lang="en-US" dirty="0"/>
          </a:p>
        </p:txBody>
      </p:sp>
      <p:sp>
        <p:nvSpPr>
          <p:cNvPr id="11" name="Shape 7"/>
          <p:cNvSpPr/>
          <p:nvPr/>
        </p:nvSpPr>
        <p:spPr>
          <a:xfrm>
            <a:off x="640080" y="2542032"/>
            <a:ext cx="10881360" cy="841248"/>
          </a:xfrm>
          <a:prstGeom prst="roundRect">
            <a:avLst>
              <a:gd name="adj" fmla="val 10870"/>
            </a:avLst>
          </a:prstGeom>
          <a:solidFill>
            <a:srgbClr val="FFFFFF"/>
          </a:solidFill>
          <a:ln w="12700">
            <a:solidFill>
              <a:srgbClr val="E3E8EF"/>
            </a:solidFill>
            <a:prstDash val="solid"/>
          </a:ln>
          <a:effectLst>
            <a:outerShdw blurRad="76200" dist="25400" dir="5400000" algn="bl" rotWithShape="0">
              <a:srgbClr val="9AA5B1">
                <a:alpha val="28000"/>
              </a:srgbClr>
            </a:outerShdw>
          </a:effectLst>
        </p:spPr>
      </p:sp>
      <p:sp>
        <p:nvSpPr>
          <p:cNvPr id="12" name="Shape 8"/>
          <p:cNvSpPr/>
          <p:nvPr/>
        </p:nvSpPr>
        <p:spPr>
          <a:xfrm>
            <a:off x="841248" y="2679192"/>
            <a:ext cx="566928" cy="566928"/>
          </a:xfrm>
          <a:prstGeom prst="ellipse">
            <a:avLst/>
          </a:prstGeom>
          <a:solidFill>
            <a:srgbClr val="2E75B6"/>
          </a:solidFill>
          <a:ln/>
        </p:spPr>
      </p:sp>
      <p:pic>
        <p:nvPicPr>
          <p:cNvPr id="13" name="Image 2" descr="preencoded.png"/>
          <p:cNvPicPr>
            <a:picLocks noChangeAspect="1"/>
          </p:cNvPicPr>
          <p:nvPr/>
        </p:nvPicPr>
        <p:blipFill>
          <a:blip r:embed="rId5"/>
          <a:stretch>
            <a:fillRect/>
          </a:stretch>
        </p:blipFill>
        <p:spPr>
          <a:xfrm>
            <a:off x="994319" y="2832263"/>
            <a:ext cx="260787" cy="260787"/>
          </a:xfrm>
          <a:prstGeom prst="rect">
            <a:avLst/>
          </a:prstGeom>
        </p:spPr>
      </p:pic>
      <p:sp>
        <p:nvSpPr>
          <p:cNvPr id="14" name="Text 9"/>
          <p:cNvSpPr/>
          <p:nvPr/>
        </p:nvSpPr>
        <p:spPr>
          <a:xfrm>
            <a:off x="1499616" y="2670048"/>
            <a:ext cx="9838944" cy="384048"/>
          </a:xfrm>
          <a:prstGeom prst="rect">
            <a:avLst/>
          </a:prstGeom>
          <a:noFill/>
          <a:ln/>
        </p:spPr>
        <p:txBody>
          <a:bodyPr wrap="square" lIns="0" tIns="0" rIns="0" bIns="0" rtlCol="0" anchor="t"/>
          <a:lstStyle/>
          <a:p>
            <a:pPr marL="0" indent="0" algn="l">
              <a:buNone/>
            </a:pPr>
            <a:r>
              <a:rPr lang="en-US" b="1" dirty="0">
                <a:solidFill>
                  <a:srgbClr val="1F4E79"/>
                </a:solidFill>
                <a:latin typeface="Calibri" pitchFamily="34" charset="0"/>
                <a:ea typeface="Calibri" pitchFamily="34" charset="-122"/>
                <a:cs typeface="Calibri" pitchFamily="34" charset="-120"/>
              </a:rPr>
              <a:t>Compare the two</a:t>
            </a:r>
            <a:endParaRPr lang="en-US" dirty="0"/>
          </a:p>
        </p:txBody>
      </p:sp>
      <p:sp>
        <p:nvSpPr>
          <p:cNvPr id="15" name="Text 10"/>
          <p:cNvSpPr/>
          <p:nvPr/>
        </p:nvSpPr>
        <p:spPr>
          <a:xfrm>
            <a:off x="1499616" y="3054096"/>
            <a:ext cx="9838944" cy="237744"/>
          </a:xfrm>
          <a:prstGeom prst="rect">
            <a:avLst/>
          </a:prstGeom>
          <a:noFill/>
          <a:ln/>
        </p:spPr>
        <p:txBody>
          <a:bodyPr wrap="square" lIns="0" tIns="0" rIns="0" bIns="0" rtlCol="0" anchor="t"/>
          <a:lstStyle/>
          <a:p>
            <a:pPr marL="0" indent="0" algn="l">
              <a:buNone/>
            </a:pPr>
            <a:r>
              <a:rPr lang="en-US" dirty="0">
                <a:solidFill>
                  <a:srgbClr val="64748B"/>
                </a:solidFill>
                <a:latin typeface="Calibri" pitchFamily="34" charset="0"/>
                <a:ea typeface="Calibri" pitchFamily="34" charset="-122"/>
                <a:cs typeface="Calibri" pitchFamily="34" charset="-120"/>
              </a:rPr>
              <a:t>Database storage vs. file-based storage, with real examples</a:t>
            </a:r>
            <a:endParaRPr lang="en-US" dirty="0"/>
          </a:p>
        </p:txBody>
      </p:sp>
      <p:sp>
        <p:nvSpPr>
          <p:cNvPr id="16" name="Shape 11"/>
          <p:cNvSpPr/>
          <p:nvPr/>
        </p:nvSpPr>
        <p:spPr>
          <a:xfrm>
            <a:off x="640080" y="3483864"/>
            <a:ext cx="10881360" cy="841248"/>
          </a:xfrm>
          <a:prstGeom prst="roundRect">
            <a:avLst>
              <a:gd name="adj" fmla="val 10870"/>
            </a:avLst>
          </a:prstGeom>
          <a:solidFill>
            <a:srgbClr val="FFFFFF"/>
          </a:solidFill>
          <a:ln w="12700">
            <a:solidFill>
              <a:srgbClr val="E3E8EF"/>
            </a:solidFill>
            <a:prstDash val="solid"/>
          </a:ln>
          <a:effectLst>
            <a:outerShdw blurRad="76200" dist="25400" dir="5400000" algn="bl" rotWithShape="0">
              <a:srgbClr val="9AA5B1">
                <a:alpha val="28000"/>
              </a:srgbClr>
            </a:outerShdw>
          </a:effectLst>
        </p:spPr>
      </p:sp>
      <p:sp>
        <p:nvSpPr>
          <p:cNvPr id="17" name="Shape 12"/>
          <p:cNvSpPr/>
          <p:nvPr/>
        </p:nvSpPr>
        <p:spPr>
          <a:xfrm>
            <a:off x="841248" y="3621024"/>
            <a:ext cx="566928" cy="566928"/>
          </a:xfrm>
          <a:prstGeom prst="ellipse">
            <a:avLst/>
          </a:prstGeom>
          <a:solidFill>
            <a:srgbClr val="B23A48"/>
          </a:solidFill>
          <a:ln/>
        </p:spPr>
      </p:sp>
      <p:pic>
        <p:nvPicPr>
          <p:cNvPr id="18" name="Image 3" descr="preencoded.png"/>
          <p:cNvPicPr>
            <a:picLocks noChangeAspect="1"/>
          </p:cNvPicPr>
          <p:nvPr/>
        </p:nvPicPr>
        <p:blipFill>
          <a:blip r:embed="rId6"/>
          <a:stretch>
            <a:fillRect/>
          </a:stretch>
        </p:blipFill>
        <p:spPr>
          <a:xfrm>
            <a:off x="994319" y="3774095"/>
            <a:ext cx="260787" cy="260787"/>
          </a:xfrm>
          <a:prstGeom prst="rect">
            <a:avLst/>
          </a:prstGeom>
        </p:spPr>
      </p:pic>
      <p:sp>
        <p:nvSpPr>
          <p:cNvPr id="19" name="Text 13"/>
          <p:cNvSpPr/>
          <p:nvPr/>
        </p:nvSpPr>
        <p:spPr>
          <a:xfrm>
            <a:off x="1499616" y="3611880"/>
            <a:ext cx="9838944" cy="384048"/>
          </a:xfrm>
          <a:prstGeom prst="rect">
            <a:avLst/>
          </a:prstGeom>
          <a:noFill/>
          <a:ln/>
        </p:spPr>
        <p:txBody>
          <a:bodyPr wrap="square" lIns="0" tIns="0" rIns="0" bIns="0" rtlCol="0" anchor="t"/>
          <a:lstStyle/>
          <a:p>
            <a:pPr marL="0" indent="0" algn="l">
              <a:buNone/>
            </a:pPr>
            <a:r>
              <a:rPr lang="en-US" b="1" dirty="0">
                <a:solidFill>
                  <a:srgbClr val="1F4E79"/>
                </a:solidFill>
                <a:latin typeface="Calibri" pitchFamily="34" charset="0"/>
                <a:ea typeface="Calibri" pitchFamily="34" charset="-122"/>
                <a:cs typeface="Calibri" pitchFamily="34" charset="-120"/>
              </a:rPr>
              <a:t>Spot the problems</a:t>
            </a:r>
            <a:endParaRPr lang="en-US" dirty="0"/>
          </a:p>
        </p:txBody>
      </p:sp>
      <p:sp>
        <p:nvSpPr>
          <p:cNvPr id="20" name="Text 14"/>
          <p:cNvSpPr/>
          <p:nvPr/>
        </p:nvSpPr>
        <p:spPr>
          <a:xfrm>
            <a:off x="1499616" y="3995928"/>
            <a:ext cx="9838944" cy="237744"/>
          </a:xfrm>
          <a:prstGeom prst="rect">
            <a:avLst/>
          </a:prstGeom>
          <a:noFill/>
          <a:ln/>
        </p:spPr>
        <p:txBody>
          <a:bodyPr wrap="square" lIns="0" tIns="0" rIns="0" bIns="0" rtlCol="0" anchor="t"/>
          <a:lstStyle/>
          <a:p>
            <a:pPr marL="0" indent="0" algn="l">
              <a:buNone/>
            </a:pPr>
            <a:r>
              <a:rPr lang="en-US" dirty="0">
                <a:solidFill>
                  <a:srgbClr val="64748B"/>
                </a:solidFill>
                <a:latin typeface="Calibri" pitchFamily="34" charset="0"/>
                <a:ea typeface="Calibri" pitchFamily="34" charset="-122"/>
                <a:cs typeface="Calibri" pitchFamily="34" charset="-120"/>
              </a:rPr>
              <a:t>Redundancy, inconsistency, isolation, weak security, poor recovery</a:t>
            </a:r>
            <a:endParaRPr lang="en-US" dirty="0"/>
          </a:p>
        </p:txBody>
      </p:sp>
      <p:sp>
        <p:nvSpPr>
          <p:cNvPr id="21" name="Shape 15"/>
          <p:cNvSpPr/>
          <p:nvPr/>
        </p:nvSpPr>
        <p:spPr>
          <a:xfrm>
            <a:off x="640080" y="4425696"/>
            <a:ext cx="10881360" cy="841248"/>
          </a:xfrm>
          <a:prstGeom prst="roundRect">
            <a:avLst>
              <a:gd name="adj" fmla="val 10870"/>
            </a:avLst>
          </a:prstGeom>
          <a:solidFill>
            <a:srgbClr val="FFFFFF"/>
          </a:solidFill>
          <a:ln w="12700">
            <a:solidFill>
              <a:srgbClr val="E3E8EF"/>
            </a:solidFill>
            <a:prstDash val="solid"/>
          </a:ln>
          <a:effectLst>
            <a:outerShdw blurRad="76200" dist="25400" dir="5400000" algn="bl" rotWithShape="0">
              <a:srgbClr val="9AA5B1">
                <a:alpha val="28000"/>
              </a:srgbClr>
            </a:outerShdw>
          </a:effectLst>
        </p:spPr>
      </p:sp>
      <p:sp>
        <p:nvSpPr>
          <p:cNvPr id="22" name="Shape 16"/>
          <p:cNvSpPr/>
          <p:nvPr/>
        </p:nvSpPr>
        <p:spPr>
          <a:xfrm>
            <a:off x="841248" y="4562856"/>
            <a:ext cx="566928" cy="566928"/>
          </a:xfrm>
          <a:prstGeom prst="ellipse">
            <a:avLst/>
          </a:prstGeom>
          <a:solidFill>
            <a:srgbClr val="2E7D5B"/>
          </a:solidFill>
          <a:ln/>
        </p:spPr>
      </p:sp>
      <p:pic>
        <p:nvPicPr>
          <p:cNvPr id="23" name="Image 4" descr="preencoded.png"/>
          <p:cNvPicPr>
            <a:picLocks noChangeAspect="1"/>
          </p:cNvPicPr>
          <p:nvPr/>
        </p:nvPicPr>
        <p:blipFill>
          <a:blip r:embed="rId7"/>
          <a:stretch>
            <a:fillRect/>
          </a:stretch>
        </p:blipFill>
        <p:spPr>
          <a:xfrm>
            <a:off x="994319" y="4715927"/>
            <a:ext cx="260787" cy="260787"/>
          </a:xfrm>
          <a:prstGeom prst="rect">
            <a:avLst/>
          </a:prstGeom>
        </p:spPr>
      </p:pic>
      <p:sp>
        <p:nvSpPr>
          <p:cNvPr id="24" name="Text 17"/>
          <p:cNvSpPr/>
          <p:nvPr/>
        </p:nvSpPr>
        <p:spPr>
          <a:xfrm>
            <a:off x="1499616" y="4553712"/>
            <a:ext cx="9838944" cy="384048"/>
          </a:xfrm>
          <a:prstGeom prst="rect">
            <a:avLst/>
          </a:prstGeom>
          <a:noFill/>
          <a:ln/>
        </p:spPr>
        <p:txBody>
          <a:bodyPr wrap="square" lIns="0" tIns="0" rIns="0" bIns="0" rtlCol="0" anchor="t"/>
          <a:lstStyle/>
          <a:p>
            <a:pPr marL="0" indent="0" algn="l">
              <a:buNone/>
            </a:pPr>
            <a:r>
              <a:rPr lang="en-US" b="1" dirty="0">
                <a:solidFill>
                  <a:srgbClr val="1F4E79"/>
                </a:solidFill>
                <a:latin typeface="Calibri" pitchFamily="34" charset="0"/>
                <a:ea typeface="Calibri" pitchFamily="34" charset="-122"/>
                <a:cs typeface="Calibri" pitchFamily="34" charset="-120"/>
              </a:rPr>
              <a:t>See how DBMS fixes them</a:t>
            </a:r>
            <a:endParaRPr lang="en-US" dirty="0"/>
          </a:p>
        </p:txBody>
      </p:sp>
      <p:sp>
        <p:nvSpPr>
          <p:cNvPr id="25" name="Text 18"/>
          <p:cNvSpPr/>
          <p:nvPr/>
        </p:nvSpPr>
        <p:spPr>
          <a:xfrm>
            <a:off x="1499616" y="4937760"/>
            <a:ext cx="9838944" cy="237744"/>
          </a:xfrm>
          <a:prstGeom prst="rect">
            <a:avLst/>
          </a:prstGeom>
          <a:noFill/>
          <a:ln/>
        </p:spPr>
        <p:txBody>
          <a:bodyPr wrap="square" lIns="0" tIns="0" rIns="0" bIns="0" rtlCol="0" anchor="t"/>
          <a:lstStyle/>
          <a:p>
            <a:pPr marL="0" indent="0" algn="l">
              <a:buNone/>
            </a:pPr>
            <a:r>
              <a:rPr lang="en-US" dirty="0">
                <a:solidFill>
                  <a:srgbClr val="64748B"/>
                </a:solidFill>
                <a:latin typeface="Calibri" pitchFamily="34" charset="0"/>
                <a:ea typeface="Calibri" pitchFamily="34" charset="-122"/>
                <a:cs typeface="Calibri" pitchFamily="34" charset="-120"/>
              </a:rPr>
              <a:t>Sharing, integrity, concurrency, backup &amp; recovery</a:t>
            </a:r>
            <a:endParaRPr lang="en-US" dirty="0"/>
          </a:p>
        </p:txBody>
      </p:sp>
      <p:sp>
        <p:nvSpPr>
          <p:cNvPr id="26" name="Shape 19"/>
          <p:cNvSpPr/>
          <p:nvPr/>
        </p:nvSpPr>
        <p:spPr>
          <a:xfrm>
            <a:off x="640080" y="5367528"/>
            <a:ext cx="10881360" cy="841248"/>
          </a:xfrm>
          <a:prstGeom prst="roundRect">
            <a:avLst>
              <a:gd name="adj" fmla="val 10870"/>
            </a:avLst>
          </a:prstGeom>
          <a:solidFill>
            <a:srgbClr val="FFFFFF"/>
          </a:solidFill>
          <a:ln w="12700">
            <a:solidFill>
              <a:srgbClr val="E3E8EF"/>
            </a:solidFill>
            <a:prstDash val="solid"/>
          </a:ln>
          <a:effectLst>
            <a:outerShdw blurRad="76200" dist="25400" dir="5400000" algn="bl" rotWithShape="0">
              <a:srgbClr val="9AA5B1">
                <a:alpha val="28000"/>
              </a:srgbClr>
            </a:outerShdw>
          </a:effectLst>
        </p:spPr>
      </p:sp>
      <p:sp>
        <p:nvSpPr>
          <p:cNvPr id="27" name="Shape 20"/>
          <p:cNvSpPr/>
          <p:nvPr/>
        </p:nvSpPr>
        <p:spPr>
          <a:xfrm>
            <a:off x="841248" y="5504688"/>
            <a:ext cx="566928" cy="566928"/>
          </a:xfrm>
          <a:prstGeom prst="ellipse">
            <a:avLst/>
          </a:prstGeom>
          <a:solidFill>
            <a:srgbClr val="F0A32E"/>
          </a:solidFill>
          <a:ln/>
        </p:spPr>
      </p:sp>
      <p:pic>
        <p:nvPicPr>
          <p:cNvPr id="28" name="Image 5" descr="preencoded.png"/>
          <p:cNvPicPr>
            <a:picLocks noChangeAspect="1"/>
          </p:cNvPicPr>
          <p:nvPr/>
        </p:nvPicPr>
        <p:blipFill>
          <a:blip r:embed="rId8"/>
          <a:stretch>
            <a:fillRect/>
          </a:stretch>
        </p:blipFill>
        <p:spPr>
          <a:xfrm>
            <a:off x="994319" y="5657759"/>
            <a:ext cx="260787" cy="260787"/>
          </a:xfrm>
          <a:prstGeom prst="rect">
            <a:avLst/>
          </a:prstGeom>
        </p:spPr>
      </p:pic>
      <p:sp>
        <p:nvSpPr>
          <p:cNvPr id="29" name="Text 21"/>
          <p:cNvSpPr/>
          <p:nvPr/>
        </p:nvSpPr>
        <p:spPr>
          <a:xfrm>
            <a:off x="1499616" y="5495544"/>
            <a:ext cx="9838944" cy="384048"/>
          </a:xfrm>
          <a:prstGeom prst="rect">
            <a:avLst/>
          </a:prstGeom>
          <a:noFill/>
          <a:ln/>
        </p:spPr>
        <p:txBody>
          <a:bodyPr wrap="square" lIns="0" tIns="0" rIns="0" bIns="0" rtlCol="0" anchor="t"/>
          <a:lstStyle/>
          <a:p>
            <a:pPr marL="0" indent="0" algn="l">
              <a:buNone/>
            </a:pPr>
            <a:r>
              <a:rPr lang="en-US" b="1" dirty="0">
                <a:solidFill>
                  <a:srgbClr val="1F4E79"/>
                </a:solidFill>
                <a:latin typeface="Calibri" pitchFamily="34" charset="0"/>
                <a:ea typeface="Calibri" pitchFamily="34" charset="-122"/>
                <a:cs typeface="Calibri" pitchFamily="34" charset="-120"/>
              </a:rPr>
              <a:t>Decide when to use one</a:t>
            </a:r>
            <a:endParaRPr lang="en-US" dirty="0"/>
          </a:p>
        </p:txBody>
      </p:sp>
      <p:sp>
        <p:nvSpPr>
          <p:cNvPr id="30" name="Text 22"/>
          <p:cNvSpPr/>
          <p:nvPr/>
        </p:nvSpPr>
        <p:spPr>
          <a:xfrm>
            <a:off x="1499616" y="5879592"/>
            <a:ext cx="9838944" cy="237744"/>
          </a:xfrm>
          <a:prstGeom prst="rect">
            <a:avLst/>
          </a:prstGeom>
          <a:noFill/>
          <a:ln/>
        </p:spPr>
        <p:txBody>
          <a:bodyPr wrap="square" lIns="0" tIns="0" rIns="0" bIns="0" rtlCol="0" anchor="t"/>
          <a:lstStyle/>
          <a:p>
            <a:pPr marL="0" indent="0" algn="l">
              <a:buNone/>
            </a:pPr>
            <a:r>
              <a:rPr lang="en-US" dirty="0">
                <a:solidFill>
                  <a:srgbClr val="64748B"/>
                </a:solidFill>
                <a:latin typeface="Calibri" pitchFamily="34" charset="0"/>
                <a:ea typeface="Calibri" pitchFamily="34" charset="-122"/>
                <a:cs typeface="Calibri" pitchFamily="34" charset="-120"/>
              </a:rPr>
              <a:t>Judge when a database beats ordinary files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Agenda — Our Roadmap</a:t>
            </a:r>
            <a:endParaRPr lang="en-US" sz="3200" dirty="0"/>
          </a:p>
        </p:txBody>
      </p:sp>
      <p:sp>
        <p:nvSpPr>
          <p:cNvPr id="5" name="Text 2"/>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3</a:t>
            </a:r>
            <a:endParaRPr lang="en-US" sz="1100" dirty="0"/>
          </a:p>
        </p:txBody>
      </p:sp>
      <p:sp>
        <p:nvSpPr>
          <p:cNvPr id="6" name="Shape 3"/>
          <p:cNvSpPr/>
          <p:nvPr/>
        </p:nvSpPr>
        <p:spPr>
          <a:xfrm>
            <a:off x="640080" y="1691640"/>
            <a:ext cx="3529584" cy="1965960"/>
          </a:xfrm>
          <a:prstGeom prst="roundRect">
            <a:avLst>
              <a:gd name="adj" fmla="val 5581"/>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7" name="Shape 4"/>
          <p:cNvSpPr/>
          <p:nvPr/>
        </p:nvSpPr>
        <p:spPr>
          <a:xfrm>
            <a:off x="914400" y="2011680"/>
            <a:ext cx="777240" cy="777240"/>
          </a:xfrm>
          <a:prstGeom prst="ellipse">
            <a:avLst/>
          </a:prstGeom>
          <a:solidFill>
            <a:srgbClr val="5B9BD5"/>
          </a:solidFill>
          <a:ln/>
        </p:spPr>
      </p:sp>
      <p:sp>
        <p:nvSpPr>
          <p:cNvPr id="8" name="Text 5"/>
          <p:cNvSpPr/>
          <p:nvPr/>
        </p:nvSpPr>
        <p:spPr>
          <a:xfrm>
            <a:off x="914400" y="2011680"/>
            <a:ext cx="777240" cy="77724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9" name="Text 6"/>
          <p:cNvSpPr/>
          <p:nvPr/>
        </p:nvSpPr>
        <p:spPr>
          <a:xfrm>
            <a:off x="1828800" y="2075688"/>
            <a:ext cx="2157984" cy="45720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Hook</a:t>
            </a:r>
            <a:endParaRPr lang="en-US" dirty="0"/>
          </a:p>
        </p:txBody>
      </p:sp>
      <p:sp>
        <p:nvSpPr>
          <p:cNvPr id="11" name="Shape 8"/>
          <p:cNvSpPr/>
          <p:nvPr/>
        </p:nvSpPr>
        <p:spPr>
          <a:xfrm>
            <a:off x="4425696" y="1691640"/>
            <a:ext cx="3529584" cy="1965960"/>
          </a:xfrm>
          <a:prstGeom prst="roundRect">
            <a:avLst>
              <a:gd name="adj" fmla="val 5581"/>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12" name="Shape 9"/>
          <p:cNvSpPr/>
          <p:nvPr/>
        </p:nvSpPr>
        <p:spPr>
          <a:xfrm>
            <a:off x="4700016" y="2011680"/>
            <a:ext cx="777240" cy="777240"/>
          </a:xfrm>
          <a:prstGeom prst="ellipse">
            <a:avLst/>
          </a:prstGeom>
          <a:solidFill>
            <a:srgbClr val="2E75B6"/>
          </a:solidFill>
          <a:ln/>
        </p:spPr>
      </p:sp>
      <p:sp>
        <p:nvSpPr>
          <p:cNvPr id="13" name="Text 10"/>
          <p:cNvSpPr/>
          <p:nvPr/>
        </p:nvSpPr>
        <p:spPr>
          <a:xfrm>
            <a:off x="4700016" y="2011680"/>
            <a:ext cx="777240" cy="77724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4" name="Text 11"/>
          <p:cNvSpPr/>
          <p:nvPr/>
        </p:nvSpPr>
        <p:spPr>
          <a:xfrm>
            <a:off x="5614416" y="2075688"/>
            <a:ext cx="2157984" cy="45720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Data → Information</a:t>
            </a:r>
            <a:endParaRPr lang="en-US" dirty="0"/>
          </a:p>
        </p:txBody>
      </p:sp>
      <p:sp>
        <p:nvSpPr>
          <p:cNvPr id="16" name="Shape 13"/>
          <p:cNvSpPr/>
          <p:nvPr/>
        </p:nvSpPr>
        <p:spPr>
          <a:xfrm>
            <a:off x="8211312" y="1691640"/>
            <a:ext cx="3529584" cy="1965960"/>
          </a:xfrm>
          <a:prstGeom prst="roundRect">
            <a:avLst>
              <a:gd name="adj" fmla="val 5581"/>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17" name="Shape 14"/>
          <p:cNvSpPr/>
          <p:nvPr/>
        </p:nvSpPr>
        <p:spPr>
          <a:xfrm>
            <a:off x="8485632" y="2011680"/>
            <a:ext cx="777240" cy="777240"/>
          </a:xfrm>
          <a:prstGeom prst="ellipse">
            <a:avLst/>
          </a:prstGeom>
          <a:solidFill>
            <a:srgbClr val="1F4E79"/>
          </a:solidFill>
          <a:ln/>
        </p:spPr>
      </p:sp>
      <p:sp>
        <p:nvSpPr>
          <p:cNvPr id="18" name="Text 15"/>
          <p:cNvSpPr/>
          <p:nvPr/>
        </p:nvSpPr>
        <p:spPr>
          <a:xfrm>
            <a:off x="8485632" y="2011680"/>
            <a:ext cx="777240" cy="77724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9" name="Text 16"/>
          <p:cNvSpPr/>
          <p:nvPr/>
        </p:nvSpPr>
        <p:spPr>
          <a:xfrm>
            <a:off x="9400032" y="2075688"/>
            <a:ext cx="2157984" cy="45720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Files vs. DBMS</a:t>
            </a:r>
            <a:endParaRPr lang="en-US" dirty="0"/>
          </a:p>
        </p:txBody>
      </p:sp>
      <p:sp>
        <p:nvSpPr>
          <p:cNvPr id="21" name="Shape 18"/>
          <p:cNvSpPr/>
          <p:nvPr/>
        </p:nvSpPr>
        <p:spPr>
          <a:xfrm>
            <a:off x="640080" y="3977640"/>
            <a:ext cx="3529584" cy="1965960"/>
          </a:xfrm>
          <a:prstGeom prst="roundRect">
            <a:avLst>
              <a:gd name="adj" fmla="val 5581"/>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22" name="Shape 19"/>
          <p:cNvSpPr/>
          <p:nvPr/>
        </p:nvSpPr>
        <p:spPr>
          <a:xfrm>
            <a:off x="914400" y="4297680"/>
            <a:ext cx="777240" cy="777240"/>
          </a:xfrm>
          <a:prstGeom prst="ellipse">
            <a:avLst/>
          </a:prstGeom>
          <a:solidFill>
            <a:srgbClr val="B23A48"/>
          </a:solidFill>
          <a:ln/>
        </p:spPr>
      </p:sp>
      <p:sp>
        <p:nvSpPr>
          <p:cNvPr id="23" name="Text 20"/>
          <p:cNvSpPr/>
          <p:nvPr/>
        </p:nvSpPr>
        <p:spPr>
          <a:xfrm>
            <a:off x="914400" y="4297680"/>
            <a:ext cx="777240" cy="77724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4" name="Text 21"/>
          <p:cNvSpPr/>
          <p:nvPr/>
        </p:nvSpPr>
        <p:spPr>
          <a:xfrm>
            <a:off x="1828800" y="4361688"/>
            <a:ext cx="2157984" cy="45720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The 6 classic problems</a:t>
            </a:r>
            <a:endParaRPr lang="en-US" dirty="0"/>
          </a:p>
        </p:txBody>
      </p:sp>
      <p:sp>
        <p:nvSpPr>
          <p:cNvPr id="26" name="Shape 23"/>
          <p:cNvSpPr/>
          <p:nvPr/>
        </p:nvSpPr>
        <p:spPr>
          <a:xfrm>
            <a:off x="4425696" y="3977640"/>
            <a:ext cx="3529584" cy="1965960"/>
          </a:xfrm>
          <a:prstGeom prst="roundRect">
            <a:avLst>
              <a:gd name="adj" fmla="val 5581"/>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27" name="Shape 24"/>
          <p:cNvSpPr/>
          <p:nvPr/>
        </p:nvSpPr>
        <p:spPr>
          <a:xfrm>
            <a:off x="4700016" y="4297680"/>
            <a:ext cx="777240" cy="777240"/>
          </a:xfrm>
          <a:prstGeom prst="ellipse">
            <a:avLst/>
          </a:prstGeom>
          <a:solidFill>
            <a:srgbClr val="2E7D5B"/>
          </a:solidFill>
          <a:ln/>
        </p:spPr>
      </p:sp>
      <p:sp>
        <p:nvSpPr>
          <p:cNvPr id="28" name="Text 25"/>
          <p:cNvSpPr/>
          <p:nvPr/>
        </p:nvSpPr>
        <p:spPr>
          <a:xfrm>
            <a:off x="4700016" y="4297680"/>
            <a:ext cx="777240" cy="77724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29" name="Text 26"/>
          <p:cNvSpPr/>
          <p:nvPr/>
        </p:nvSpPr>
        <p:spPr>
          <a:xfrm>
            <a:off x="5614416" y="4361688"/>
            <a:ext cx="2157984" cy="45720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Inside a DBMS</a:t>
            </a:r>
            <a:endParaRPr lang="en-US" dirty="0"/>
          </a:p>
        </p:txBody>
      </p:sp>
      <p:sp>
        <p:nvSpPr>
          <p:cNvPr id="31" name="Shape 28"/>
          <p:cNvSpPr/>
          <p:nvPr/>
        </p:nvSpPr>
        <p:spPr>
          <a:xfrm>
            <a:off x="8211312" y="3977640"/>
            <a:ext cx="3529584" cy="1965960"/>
          </a:xfrm>
          <a:prstGeom prst="roundRect">
            <a:avLst>
              <a:gd name="adj" fmla="val 5581"/>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32" name="Shape 29"/>
          <p:cNvSpPr/>
          <p:nvPr/>
        </p:nvSpPr>
        <p:spPr>
          <a:xfrm>
            <a:off x="8485632" y="4297680"/>
            <a:ext cx="777240" cy="777240"/>
          </a:xfrm>
          <a:prstGeom prst="ellipse">
            <a:avLst/>
          </a:prstGeom>
          <a:solidFill>
            <a:srgbClr val="F0A32E"/>
          </a:solidFill>
          <a:ln/>
        </p:spPr>
      </p:sp>
      <p:sp>
        <p:nvSpPr>
          <p:cNvPr id="33" name="Text 30"/>
          <p:cNvSpPr/>
          <p:nvPr/>
        </p:nvSpPr>
        <p:spPr>
          <a:xfrm>
            <a:off x="8485632" y="4297680"/>
            <a:ext cx="777240" cy="77724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34" name="Text 31"/>
          <p:cNvSpPr/>
          <p:nvPr/>
        </p:nvSpPr>
        <p:spPr>
          <a:xfrm>
            <a:off x="9400032" y="4361688"/>
            <a:ext cx="2157984" cy="45720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Practice &amp; wrap-up</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932688"/>
            <a:ext cx="8778240" cy="658368"/>
          </a:xfrm>
          <a:prstGeom prst="rect">
            <a:avLst/>
          </a:prstGeom>
          <a:noFill/>
          <a:ln/>
        </p:spPr>
        <p:txBody>
          <a:bodyPr wrap="square" lIns="91440" tIns="45720" rIns="91440" bIns="45720" rtlCol="0" anchor="ctr"/>
          <a:lstStyle/>
          <a:p>
            <a:pPr marL="0" indent="0" algn="l">
              <a:buNone/>
            </a:pPr>
            <a:r>
              <a:rPr lang="en-US" sz="3200" b="1">
                <a:solidFill>
                  <a:srgbClr val="1F4E79"/>
                </a:solidFill>
                <a:latin typeface="Calibri"/>
                <a:ea typeface="Calibri"/>
                <a:cs typeface="Calibri"/>
              </a:rPr>
              <a:t>Warm-Up: </a:t>
            </a:r>
            <a:endParaRPr lang="en-US" sz="3200" dirty="0"/>
          </a:p>
        </p:txBody>
      </p:sp>
      <p:sp>
        <p:nvSpPr>
          <p:cNvPr id="4" name="Text 1"/>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4</a:t>
            </a:r>
            <a:endParaRPr lang="en-US" sz="1100" dirty="0"/>
          </a:p>
        </p:txBody>
      </p:sp>
      <p:sp>
        <p:nvSpPr>
          <p:cNvPr id="8" name="Text 4"/>
          <p:cNvSpPr/>
          <p:nvPr/>
        </p:nvSpPr>
        <p:spPr>
          <a:xfrm>
            <a:off x="640080" y="1783080"/>
            <a:ext cx="10881360" cy="457200"/>
          </a:xfrm>
          <a:prstGeom prst="rect">
            <a:avLst/>
          </a:prstGeom>
          <a:noFill/>
          <a:ln/>
        </p:spPr>
        <p:txBody>
          <a:bodyPr wrap="square" rtlCol="0" anchor="ctr"/>
          <a:lstStyle/>
          <a:p>
            <a:pPr marL="0" indent="0" algn="l">
              <a:buNone/>
            </a:pPr>
            <a:r>
              <a:rPr lang="en-US" sz="2200" b="1" dirty="0">
                <a:solidFill>
                  <a:srgbClr val="1E293B"/>
                </a:solidFill>
                <a:latin typeface="Calibri" pitchFamily="34" charset="0"/>
                <a:ea typeface="Calibri" pitchFamily="34" charset="-122"/>
                <a:cs typeface="Calibri" pitchFamily="34" charset="-120"/>
              </a:rPr>
              <a:t>How would you store 10,000 student records?</a:t>
            </a:r>
            <a:endParaRPr lang="en-US" sz="2200" dirty="0"/>
          </a:p>
        </p:txBody>
      </p:sp>
      <p:sp>
        <p:nvSpPr>
          <p:cNvPr id="9" name="Shape 5"/>
          <p:cNvSpPr/>
          <p:nvPr/>
        </p:nvSpPr>
        <p:spPr>
          <a:xfrm>
            <a:off x="640080" y="2423160"/>
            <a:ext cx="5349240" cy="1417320"/>
          </a:xfrm>
          <a:prstGeom prst="roundRect">
            <a:avLst>
              <a:gd name="adj" fmla="val 7742"/>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10" name="Text 6"/>
          <p:cNvSpPr/>
          <p:nvPr/>
        </p:nvSpPr>
        <p:spPr>
          <a:xfrm>
            <a:off x="896112" y="2679192"/>
            <a:ext cx="548640" cy="548640"/>
          </a:xfrm>
          <a:prstGeom prst="rect">
            <a:avLst/>
          </a:prstGeom>
          <a:noFill/>
          <a:ln/>
        </p:spPr>
        <p:txBody>
          <a:bodyPr wrap="square" rtlCol="0" anchor="ctr"/>
          <a:lstStyle/>
          <a:p>
            <a:pPr marL="0" indent="0" algn="ctr">
              <a:buNone/>
            </a:pPr>
            <a:r>
              <a:rPr lang="en-US" b="1" dirty="0">
                <a:solidFill>
                  <a:srgbClr val="188038"/>
                </a:solidFill>
                <a:latin typeface="Calibri" pitchFamily="34" charset="0"/>
                <a:ea typeface="Calibri" pitchFamily="34" charset="-122"/>
                <a:cs typeface="Calibri" pitchFamily="34" charset="-120"/>
              </a:rPr>
              <a:t>A</a:t>
            </a:r>
            <a:endParaRPr lang="en-US" dirty="0"/>
          </a:p>
        </p:txBody>
      </p:sp>
      <p:sp>
        <p:nvSpPr>
          <p:cNvPr id="11" name="Shape 7"/>
          <p:cNvSpPr/>
          <p:nvPr/>
        </p:nvSpPr>
        <p:spPr>
          <a:xfrm>
            <a:off x="1554480" y="2715768"/>
            <a:ext cx="603504" cy="603504"/>
          </a:xfrm>
          <a:prstGeom prst="ellipse">
            <a:avLst/>
          </a:prstGeom>
          <a:solidFill>
            <a:srgbClr val="188038"/>
          </a:solidFill>
          <a:ln/>
        </p:spPr>
      </p:sp>
      <p:pic>
        <p:nvPicPr>
          <p:cNvPr id="12" name="Image 2" descr="preencoded.png"/>
          <p:cNvPicPr>
            <a:picLocks noChangeAspect="1"/>
          </p:cNvPicPr>
          <p:nvPr/>
        </p:nvPicPr>
        <p:blipFill>
          <a:blip r:embed="rId4"/>
          <a:stretch>
            <a:fillRect/>
          </a:stretch>
        </p:blipFill>
        <p:spPr>
          <a:xfrm>
            <a:off x="1700784" y="2862072"/>
            <a:ext cx="310896" cy="310896"/>
          </a:xfrm>
          <a:prstGeom prst="rect">
            <a:avLst/>
          </a:prstGeom>
        </p:spPr>
      </p:pic>
      <p:sp>
        <p:nvSpPr>
          <p:cNvPr id="13" name="Text 8"/>
          <p:cNvSpPr/>
          <p:nvPr/>
        </p:nvSpPr>
        <p:spPr>
          <a:xfrm>
            <a:off x="2331720" y="2660904"/>
            <a:ext cx="3520440" cy="41148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Google Sheets</a:t>
            </a:r>
            <a:endParaRPr lang="en-US" dirty="0"/>
          </a:p>
        </p:txBody>
      </p:sp>
      <p:sp>
        <p:nvSpPr>
          <p:cNvPr id="14" name="Text 9"/>
          <p:cNvSpPr/>
          <p:nvPr/>
        </p:nvSpPr>
        <p:spPr>
          <a:xfrm>
            <a:off x="2331720" y="3099816"/>
            <a:ext cx="3520440" cy="548640"/>
          </a:xfrm>
          <a:prstGeom prst="rect">
            <a:avLst/>
          </a:prstGeom>
          <a:noFill/>
          <a:ln/>
        </p:spPr>
        <p:txBody>
          <a:bodyPr wrap="square" lIns="91440" tIns="45720" rIns="91440" bIns="45720" rtlCol="0" anchor="t"/>
          <a:lstStyle/>
          <a:p>
            <a:pPr marL="0" indent="0" algn="l">
              <a:buNone/>
            </a:pPr>
            <a:r>
              <a:rPr lang="en-US" dirty="0">
                <a:solidFill>
                  <a:srgbClr val="64748B"/>
                </a:solidFill>
                <a:latin typeface="Calibri" pitchFamily="34" charset="0"/>
                <a:ea typeface="Calibri" pitchFamily="34" charset="-122"/>
                <a:cs typeface="Calibri" pitchFamily="34" charset="-120"/>
              </a:rPr>
              <a:t>Easy to share — but slows &amp; locks up at scale</a:t>
            </a:r>
            <a:endParaRPr lang="en-US" dirty="0"/>
          </a:p>
        </p:txBody>
      </p:sp>
      <p:sp>
        <p:nvSpPr>
          <p:cNvPr id="15" name="Shape 10"/>
          <p:cNvSpPr/>
          <p:nvPr/>
        </p:nvSpPr>
        <p:spPr>
          <a:xfrm>
            <a:off x="6309360" y="2423160"/>
            <a:ext cx="5349240" cy="1417320"/>
          </a:xfrm>
          <a:prstGeom prst="roundRect">
            <a:avLst>
              <a:gd name="adj" fmla="val 7742"/>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16" name="Text 11"/>
          <p:cNvSpPr/>
          <p:nvPr/>
        </p:nvSpPr>
        <p:spPr>
          <a:xfrm>
            <a:off x="6565392" y="2679192"/>
            <a:ext cx="548640" cy="548640"/>
          </a:xfrm>
          <a:prstGeom prst="rect">
            <a:avLst/>
          </a:prstGeom>
          <a:noFill/>
          <a:ln/>
        </p:spPr>
        <p:txBody>
          <a:bodyPr wrap="square" rtlCol="0" anchor="ctr"/>
          <a:lstStyle/>
          <a:p>
            <a:pPr marL="0" indent="0" algn="ctr">
              <a:buNone/>
            </a:pPr>
            <a:r>
              <a:rPr lang="en-US" b="1" dirty="0">
                <a:solidFill>
                  <a:srgbClr val="217346"/>
                </a:solidFill>
                <a:latin typeface="Calibri" pitchFamily="34" charset="0"/>
                <a:ea typeface="Calibri" pitchFamily="34" charset="-122"/>
                <a:cs typeface="Calibri" pitchFamily="34" charset="-120"/>
              </a:rPr>
              <a:t>B</a:t>
            </a:r>
            <a:endParaRPr lang="en-US" dirty="0"/>
          </a:p>
        </p:txBody>
      </p:sp>
      <p:sp>
        <p:nvSpPr>
          <p:cNvPr id="17" name="Shape 12"/>
          <p:cNvSpPr/>
          <p:nvPr/>
        </p:nvSpPr>
        <p:spPr>
          <a:xfrm>
            <a:off x="7223760" y="2715768"/>
            <a:ext cx="603504" cy="603504"/>
          </a:xfrm>
          <a:prstGeom prst="ellipse">
            <a:avLst/>
          </a:prstGeom>
          <a:solidFill>
            <a:srgbClr val="217346"/>
          </a:solidFill>
          <a:ln/>
        </p:spPr>
      </p:sp>
      <p:pic>
        <p:nvPicPr>
          <p:cNvPr id="18" name="Image 3" descr="preencoded.png"/>
          <p:cNvPicPr>
            <a:picLocks noChangeAspect="1"/>
          </p:cNvPicPr>
          <p:nvPr/>
        </p:nvPicPr>
        <p:blipFill>
          <a:blip r:embed="rId5"/>
          <a:stretch>
            <a:fillRect/>
          </a:stretch>
        </p:blipFill>
        <p:spPr>
          <a:xfrm>
            <a:off x="7370064" y="2862072"/>
            <a:ext cx="310896" cy="310896"/>
          </a:xfrm>
          <a:prstGeom prst="rect">
            <a:avLst/>
          </a:prstGeom>
        </p:spPr>
      </p:pic>
      <p:sp>
        <p:nvSpPr>
          <p:cNvPr id="19" name="Text 13"/>
          <p:cNvSpPr/>
          <p:nvPr/>
        </p:nvSpPr>
        <p:spPr>
          <a:xfrm>
            <a:off x="8001000" y="2660904"/>
            <a:ext cx="3520440" cy="41148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One big Excel file</a:t>
            </a:r>
            <a:endParaRPr lang="en-US" dirty="0"/>
          </a:p>
        </p:txBody>
      </p:sp>
      <p:sp>
        <p:nvSpPr>
          <p:cNvPr id="20" name="Text 14"/>
          <p:cNvSpPr/>
          <p:nvPr/>
        </p:nvSpPr>
        <p:spPr>
          <a:xfrm>
            <a:off x="8001000" y="3099816"/>
            <a:ext cx="3520440" cy="548640"/>
          </a:xfrm>
          <a:prstGeom prst="rect">
            <a:avLst/>
          </a:prstGeom>
          <a:noFill/>
          <a:ln/>
        </p:spPr>
        <p:txBody>
          <a:bodyPr wrap="square" rtlCol="0" anchor="t"/>
          <a:lstStyle/>
          <a:p>
            <a:pPr marL="0" indent="0" algn="l">
              <a:buNone/>
            </a:pPr>
            <a:r>
              <a:rPr lang="en-US" dirty="0">
                <a:solidFill>
                  <a:srgbClr val="64748B"/>
                </a:solidFill>
                <a:latin typeface="Calibri" pitchFamily="34" charset="0"/>
                <a:ea typeface="Calibri" pitchFamily="34" charset="-122"/>
                <a:cs typeface="Calibri" pitchFamily="34" charset="-120"/>
              </a:rPr>
              <a:t>Familiar — but one crash risks everything</a:t>
            </a:r>
            <a:endParaRPr lang="en-US" dirty="0"/>
          </a:p>
        </p:txBody>
      </p:sp>
      <p:sp>
        <p:nvSpPr>
          <p:cNvPr id="21" name="Shape 15"/>
          <p:cNvSpPr/>
          <p:nvPr/>
        </p:nvSpPr>
        <p:spPr>
          <a:xfrm>
            <a:off x="640080" y="4160520"/>
            <a:ext cx="5349240" cy="1417320"/>
          </a:xfrm>
          <a:prstGeom prst="roundRect">
            <a:avLst>
              <a:gd name="adj" fmla="val 7742"/>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22" name="Text 16"/>
          <p:cNvSpPr/>
          <p:nvPr/>
        </p:nvSpPr>
        <p:spPr>
          <a:xfrm>
            <a:off x="896112" y="4416552"/>
            <a:ext cx="548640" cy="548640"/>
          </a:xfrm>
          <a:prstGeom prst="rect">
            <a:avLst/>
          </a:prstGeom>
          <a:noFill/>
          <a:ln/>
        </p:spPr>
        <p:txBody>
          <a:bodyPr wrap="square" rtlCol="0" anchor="ctr"/>
          <a:lstStyle/>
          <a:p>
            <a:pPr marL="0" indent="0" algn="ctr">
              <a:buNone/>
            </a:pPr>
            <a:r>
              <a:rPr lang="en-US" b="1" dirty="0">
                <a:solidFill>
                  <a:srgbClr val="2E75B6"/>
                </a:solidFill>
                <a:latin typeface="Calibri" pitchFamily="34" charset="0"/>
                <a:ea typeface="Calibri" pitchFamily="34" charset="-122"/>
                <a:cs typeface="Calibri" pitchFamily="34" charset="-120"/>
              </a:rPr>
              <a:t>C</a:t>
            </a:r>
            <a:endParaRPr lang="en-US" dirty="0"/>
          </a:p>
        </p:txBody>
      </p:sp>
      <p:sp>
        <p:nvSpPr>
          <p:cNvPr id="23" name="Shape 17"/>
          <p:cNvSpPr/>
          <p:nvPr/>
        </p:nvSpPr>
        <p:spPr>
          <a:xfrm>
            <a:off x="1554480" y="4453128"/>
            <a:ext cx="603504" cy="603504"/>
          </a:xfrm>
          <a:prstGeom prst="ellipse">
            <a:avLst/>
          </a:prstGeom>
          <a:solidFill>
            <a:srgbClr val="2E75B6"/>
          </a:solidFill>
          <a:ln/>
        </p:spPr>
      </p:sp>
      <p:pic>
        <p:nvPicPr>
          <p:cNvPr id="24" name="Image 4" descr="preencoded.png"/>
          <p:cNvPicPr>
            <a:picLocks noChangeAspect="1"/>
          </p:cNvPicPr>
          <p:nvPr/>
        </p:nvPicPr>
        <p:blipFill>
          <a:blip r:embed="rId6"/>
          <a:stretch>
            <a:fillRect/>
          </a:stretch>
        </p:blipFill>
        <p:spPr>
          <a:xfrm>
            <a:off x="1700784" y="4599432"/>
            <a:ext cx="310896" cy="310896"/>
          </a:xfrm>
          <a:prstGeom prst="rect">
            <a:avLst/>
          </a:prstGeom>
        </p:spPr>
      </p:pic>
      <p:sp>
        <p:nvSpPr>
          <p:cNvPr id="25" name="Text 18"/>
          <p:cNvSpPr/>
          <p:nvPr/>
        </p:nvSpPr>
        <p:spPr>
          <a:xfrm>
            <a:off x="2331720" y="4398264"/>
            <a:ext cx="3520440" cy="41148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Separate files per dept</a:t>
            </a:r>
            <a:endParaRPr lang="en-US" dirty="0"/>
          </a:p>
        </p:txBody>
      </p:sp>
      <p:sp>
        <p:nvSpPr>
          <p:cNvPr id="26" name="Text 19"/>
          <p:cNvSpPr/>
          <p:nvPr/>
        </p:nvSpPr>
        <p:spPr>
          <a:xfrm>
            <a:off x="2331720" y="4837176"/>
            <a:ext cx="3520440" cy="548640"/>
          </a:xfrm>
          <a:prstGeom prst="rect">
            <a:avLst/>
          </a:prstGeom>
          <a:noFill/>
          <a:ln/>
        </p:spPr>
        <p:txBody>
          <a:bodyPr wrap="square" rtlCol="0" anchor="t"/>
          <a:lstStyle/>
          <a:p>
            <a:pPr marL="0" indent="0" algn="l">
              <a:buNone/>
            </a:pPr>
            <a:r>
              <a:rPr lang="en-US" dirty="0">
                <a:solidFill>
                  <a:srgbClr val="64748B"/>
                </a:solidFill>
                <a:latin typeface="Calibri" pitchFamily="34" charset="0"/>
                <a:ea typeface="Calibri" pitchFamily="34" charset="-122"/>
                <a:cs typeface="Calibri" pitchFamily="34" charset="-120"/>
              </a:rPr>
              <a:t>Organised — but data gets duplicated &amp; drifts</a:t>
            </a:r>
            <a:endParaRPr lang="en-US" dirty="0"/>
          </a:p>
        </p:txBody>
      </p:sp>
      <p:sp>
        <p:nvSpPr>
          <p:cNvPr id="27" name="Shape 20"/>
          <p:cNvSpPr/>
          <p:nvPr/>
        </p:nvSpPr>
        <p:spPr>
          <a:xfrm>
            <a:off x="6309360" y="4160520"/>
            <a:ext cx="5349240" cy="1417320"/>
          </a:xfrm>
          <a:prstGeom prst="roundRect">
            <a:avLst>
              <a:gd name="adj" fmla="val 7742"/>
            </a:avLst>
          </a:prstGeom>
          <a:solidFill>
            <a:srgbClr val="1F4E79"/>
          </a:solidFill>
          <a:ln w="25400">
            <a:solidFill>
              <a:srgbClr val="1F4E79"/>
            </a:solidFill>
            <a:prstDash val="solid"/>
          </a:ln>
          <a:effectLst>
            <a:outerShdw blurRad="88900" dist="38100" dir="5400000" algn="bl" rotWithShape="0">
              <a:srgbClr val="9AA5B1">
                <a:alpha val="30000"/>
              </a:srgbClr>
            </a:outerShdw>
          </a:effectLst>
        </p:spPr>
      </p:sp>
      <p:sp>
        <p:nvSpPr>
          <p:cNvPr id="28" name="Text 21"/>
          <p:cNvSpPr/>
          <p:nvPr/>
        </p:nvSpPr>
        <p:spPr>
          <a:xfrm>
            <a:off x="6565392" y="4416552"/>
            <a:ext cx="548640" cy="54864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
            </a:r>
            <a:endParaRPr lang="en-US" dirty="0"/>
          </a:p>
        </p:txBody>
      </p:sp>
      <p:sp>
        <p:nvSpPr>
          <p:cNvPr id="29" name="Shape 22"/>
          <p:cNvSpPr/>
          <p:nvPr/>
        </p:nvSpPr>
        <p:spPr>
          <a:xfrm>
            <a:off x="7223760" y="4453128"/>
            <a:ext cx="603504" cy="603504"/>
          </a:xfrm>
          <a:prstGeom prst="ellipse">
            <a:avLst/>
          </a:prstGeom>
          <a:solidFill>
            <a:srgbClr val="F0A32E"/>
          </a:solidFill>
          <a:ln/>
        </p:spPr>
      </p:sp>
      <p:pic>
        <p:nvPicPr>
          <p:cNvPr id="30" name="Image 5" descr="preencoded.png"/>
          <p:cNvPicPr>
            <a:picLocks noChangeAspect="1"/>
          </p:cNvPicPr>
          <p:nvPr/>
        </p:nvPicPr>
        <p:blipFill>
          <a:blip r:embed="rId7"/>
          <a:stretch>
            <a:fillRect/>
          </a:stretch>
        </p:blipFill>
        <p:spPr>
          <a:xfrm>
            <a:off x="7370064" y="4599432"/>
            <a:ext cx="310896" cy="310896"/>
          </a:xfrm>
          <a:prstGeom prst="rect">
            <a:avLst/>
          </a:prstGeom>
        </p:spPr>
      </p:pic>
      <p:sp>
        <p:nvSpPr>
          <p:cNvPr id="31" name="Text 23"/>
          <p:cNvSpPr/>
          <p:nvPr/>
        </p:nvSpPr>
        <p:spPr>
          <a:xfrm>
            <a:off x="8001000" y="4398264"/>
            <a:ext cx="3520440" cy="411480"/>
          </a:xfrm>
          <a:prstGeom prst="rect">
            <a:avLst/>
          </a:prstGeom>
          <a:noFill/>
          <a:ln/>
        </p:spPr>
        <p:txBody>
          <a:bodyPr wrap="square" rtlCol="0" anchor="ctr"/>
          <a:lstStyle/>
          <a:p>
            <a:pPr marL="0" indent="0" algn="l">
              <a:buNone/>
            </a:pPr>
            <a:r>
              <a:rPr lang="en-US" b="1" dirty="0">
                <a:solidFill>
                  <a:srgbClr val="FFFFFF"/>
                </a:solidFill>
                <a:latin typeface="Calibri" pitchFamily="34" charset="0"/>
                <a:ea typeface="Calibri" pitchFamily="34" charset="-122"/>
                <a:cs typeface="Calibri" pitchFamily="34" charset="-120"/>
              </a:rPr>
              <a:t>A database</a:t>
            </a:r>
            <a:endParaRPr lang="en-US" dirty="0"/>
          </a:p>
        </p:txBody>
      </p:sp>
      <p:sp>
        <p:nvSpPr>
          <p:cNvPr id="32" name="Text 24"/>
          <p:cNvSpPr/>
          <p:nvPr/>
        </p:nvSpPr>
        <p:spPr>
          <a:xfrm>
            <a:off x="8001000" y="4837176"/>
            <a:ext cx="3520440" cy="548640"/>
          </a:xfrm>
          <a:prstGeom prst="rect">
            <a:avLst/>
          </a:prstGeom>
          <a:noFill/>
          <a:ln/>
        </p:spPr>
        <p:txBody>
          <a:bodyPr wrap="square" rtlCol="0" anchor="t"/>
          <a:lstStyle/>
          <a:p>
            <a:pPr marL="0" indent="0" algn="l">
              <a:buNone/>
            </a:pPr>
            <a:r>
              <a:rPr lang="en-US" dirty="0">
                <a:solidFill>
                  <a:srgbClr val="CADCFC"/>
                </a:solidFill>
                <a:latin typeface="Calibri" pitchFamily="34" charset="0"/>
                <a:ea typeface="Calibri" pitchFamily="34" charset="-122"/>
                <a:cs typeface="Calibri" pitchFamily="34" charset="-120"/>
              </a:rPr>
              <a:t>Scales, stays consistent, queried in milliseconds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From Data to Information</a:t>
            </a:r>
            <a:endParaRPr lang="en-US" sz="3200" dirty="0"/>
          </a:p>
        </p:txBody>
      </p:sp>
      <p:sp>
        <p:nvSpPr>
          <p:cNvPr id="4" name="Text 1"/>
          <p:cNvSpPr/>
          <p:nvPr/>
        </p:nvSpPr>
        <p:spPr>
          <a:xfrm>
            <a:off x="457200" y="1024128"/>
            <a:ext cx="10515600" cy="365760"/>
          </a:xfrm>
          <a:prstGeom prst="rect">
            <a:avLst/>
          </a:prstGeom>
          <a:noFill/>
          <a:ln/>
        </p:spPr>
        <p:txBody>
          <a:bodyPr wrap="square" rtlCol="0" anchor="ctr"/>
          <a:lstStyle/>
          <a:p>
            <a:pPr marL="0" indent="0" algn="l">
              <a:buNone/>
            </a:pPr>
            <a:endParaRPr lang="en-US" dirty="0"/>
          </a:p>
        </p:txBody>
      </p:sp>
      <p:sp>
        <p:nvSpPr>
          <p:cNvPr id="5" name="Text 2"/>
          <p:cNvSpPr/>
          <p:nvPr/>
        </p:nvSpPr>
        <p:spPr>
          <a:xfrm>
            <a:off x="11338560" y="6455664"/>
            <a:ext cx="457200" cy="274320"/>
          </a:xfrm>
          <a:prstGeom prst="rect">
            <a:avLst/>
          </a:prstGeom>
          <a:noFill/>
          <a:ln/>
        </p:spPr>
        <p:txBody>
          <a:bodyPr wrap="square" rtlCol="0" anchor="ctr"/>
          <a:lstStyle/>
          <a:p>
            <a:pPr marL="0" indent="0" algn="r">
              <a:buNone/>
            </a:pPr>
            <a:r>
              <a:rPr lang="en-US" dirty="0">
                <a:solidFill>
                  <a:srgbClr val="6B7280"/>
                </a:solidFill>
                <a:latin typeface="Calibri" pitchFamily="34" charset="0"/>
                <a:ea typeface="Calibri" pitchFamily="34" charset="-122"/>
                <a:cs typeface="Calibri" pitchFamily="34" charset="-120"/>
              </a:rPr>
              <a:t>5</a:t>
            </a:r>
            <a:endParaRPr lang="en-US" dirty="0"/>
          </a:p>
        </p:txBody>
      </p:sp>
      <p:sp>
        <p:nvSpPr>
          <p:cNvPr id="6" name="Shape 3"/>
          <p:cNvSpPr/>
          <p:nvPr/>
        </p:nvSpPr>
        <p:spPr>
          <a:xfrm>
            <a:off x="457200" y="1783080"/>
            <a:ext cx="2514600" cy="3063240"/>
          </a:xfrm>
          <a:prstGeom prst="roundRect">
            <a:avLst>
              <a:gd name="adj" fmla="val 4364"/>
            </a:avLst>
          </a:prstGeom>
          <a:solidFill>
            <a:srgbClr val="FFFFFF"/>
          </a:solidFill>
          <a:ln w="12700">
            <a:solidFill>
              <a:srgbClr val="E3E8EF"/>
            </a:solidFill>
            <a:prstDash val="solid"/>
          </a:ln>
          <a:effectLst>
            <a:outerShdw blurRad="101600" dist="38100" dir="5400000" algn="bl" rotWithShape="0">
              <a:srgbClr val="9AA5B1">
                <a:alpha val="35000"/>
              </a:srgbClr>
            </a:outerShdw>
          </a:effectLst>
        </p:spPr>
      </p:sp>
      <p:sp>
        <p:nvSpPr>
          <p:cNvPr id="7" name="Shape 4"/>
          <p:cNvSpPr/>
          <p:nvPr/>
        </p:nvSpPr>
        <p:spPr>
          <a:xfrm>
            <a:off x="1325880" y="2039112"/>
            <a:ext cx="777240" cy="777240"/>
          </a:xfrm>
          <a:prstGeom prst="ellipse">
            <a:avLst/>
          </a:prstGeom>
          <a:solidFill>
            <a:srgbClr val="5B9BD5"/>
          </a:solidFill>
          <a:ln/>
        </p:spPr>
      </p:sp>
      <p:pic>
        <p:nvPicPr>
          <p:cNvPr id="8" name="Image 1" descr="preencoded.png"/>
          <p:cNvPicPr>
            <a:picLocks noChangeAspect="1"/>
          </p:cNvPicPr>
          <p:nvPr/>
        </p:nvPicPr>
        <p:blipFill>
          <a:blip r:embed="rId4"/>
          <a:stretch>
            <a:fillRect/>
          </a:stretch>
        </p:blipFill>
        <p:spPr>
          <a:xfrm>
            <a:off x="1540764" y="2253996"/>
            <a:ext cx="347472" cy="347472"/>
          </a:xfrm>
          <a:prstGeom prst="rect">
            <a:avLst/>
          </a:prstGeom>
        </p:spPr>
      </p:pic>
      <p:sp>
        <p:nvSpPr>
          <p:cNvPr id="9" name="Text 5"/>
          <p:cNvSpPr/>
          <p:nvPr/>
        </p:nvSpPr>
        <p:spPr>
          <a:xfrm>
            <a:off x="457200" y="2953512"/>
            <a:ext cx="2514600" cy="320040"/>
          </a:xfrm>
          <a:prstGeom prst="rect">
            <a:avLst/>
          </a:prstGeom>
          <a:noFill/>
          <a:ln/>
        </p:spPr>
        <p:txBody>
          <a:bodyPr wrap="square" rtlCol="0" anchor="ctr"/>
          <a:lstStyle/>
          <a:p>
            <a:pPr marL="0" indent="0" algn="ctr">
              <a:buNone/>
            </a:pPr>
            <a:r>
              <a:rPr lang="en-US" sz="1800" b="1" dirty="0">
                <a:solidFill>
                  <a:srgbClr val="1F4E79"/>
                </a:solidFill>
                <a:latin typeface="Calibri" pitchFamily="34" charset="0"/>
                <a:ea typeface="Calibri" pitchFamily="34" charset="-122"/>
                <a:cs typeface="Calibri" pitchFamily="34" charset="-120"/>
              </a:rPr>
              <a:t>DATA</a:t>
            </a:r>
            <a:endParaRPr lang="en-US" sz="1800" dirty="0"/>
          </a:p>
        </p:txBody>
      </p:sp>
      <p:sp>
        <p:nvSpPr>
          <p:cNvPr id="10" name="Text 6"/>
          <p:cNvSpPr/>
          <p:nvPr/>
        </p:nvSpPr>
        <p:spPr>
          <a:xfrm>
            <a:off x="548640" y="3300984"/>
            <a:ext cx="2331720" cy="320040"/>
          </a:xfrm>
          <a:prstGeom prst="rect">
            <a:avLst/>
          </a:prstGeom>
          <a:noFill/>
          <a:ln/>
        </p:spPr>
        <p:txBody>
          <a:bodyPr wrap="square" rtlCol="0" anchor="ctr"/>
          <a:lstStyle/>
          <a:p>
            <a:pPr marL="0" indent="0" algn="ctr">
              <a:buNone/>
            </a:pPr>
            <a:r>
              <a:rPr lang="en-US" dirty="0">
                <a:solidFill>
                  <a:srgbClr val="6B7280"/>
                </a:solidFill>
                <a:latin typeface="Calibri" pitchFamily="34" charset="0"/>
                <a:ea typeface="Calibri" pitchFamily="34" charset="-122"/>
                <a:cs typeface="Calibri" pitchFamily="34" charset="-120"/>
              </a:rPr>
              <a:t>A single raw value</a:t>
            </a:r>
            <a:endParaRPr lang="en-US" dirty="0"/>
          </a:p>
        </p:txBody>
      </p:sp>
      <p:sp>
        <p:nvSpPr>
          <p:cNvPr id="11" name="Shape 7"/>
          <p:cNvSpPr/>
          <p:nvPr/>
        </p:nvSpPr>
        <p:spPr>
          <a:xfrm>
            <a:off x="731520" y="3721608"/>
            <a:ext cx="1965960" cy="457200"/>
          </a:xfrm>
          <a:prstGeom prst="roundRect">
            <a:avLst>
              <a:gd name="adj" fmla="val 16000"/>
            </a:avLst>
          </a:prstGeom>
          <a:solidFill>
            <a:srgbClr val="EAF1FA"/>
          </a:solidFill>
          <a:ln/>
        </p:spPr>
      </p:sp>
      <p:sp>
        <p:nvSpPr>
          <p:cNvPr id="12" name="Text 8"/>
          <p:cNvSpPr/>
          <p:nvPr/>
        </p:nvSpPr>
        <p:spPr>
          <a:xfrm>
            <a:off x="731520" y="3721608"/>
            <a:ext cx="1965960" cy="457200"/>
          </a:xfrm>
          <a:prstGeom prst="rect">
            <a:avLst/>
          </a:prstGeom>
          <a:noFill/>
          <a:ln/>
        </p:spPr>
        <p:txBody>
          <a:bodyPr wrap="square" rtlCol="0" anchor="ctr"/>
          <a:lstStyle/>
          <a:p>
            <a:pPr marL="0" indent="0" algn="ctr">
              <a:buNone/>
            </a:pPr>
            <a:r>
              <a:rPr lang="en-US" b="1" dirty="0">
                <a:solidFill>
                  <a:srgbClr val="1F4E79"/>
                </a:solidFill>
                <a:latin typeface="Consolas" pitchFamily="34" charset="0"/>
                <a:ea typeface="Consolas" pitchFamily="34" charset="-122"/>
                <a:cs typeface="Consolas" pitchFamily="34" charset="-120"/>
              </a:rPr>
              <a:t>₹499    4.8★</a:t>
            </a:r>
            <a:endParaRPr lang="en-US" dirty="0"/>
          </a:p>
        </p:txBody>
      </p:sp>
      <p:sp>
        <p:nvSpPr>
          <p:cNvPr id="13" name="Text 9"/>
          <p:cNvSpPr/>
          <p:nvPr/>
        </p:nvSpPr>
        <p:spPr>
          <a:xfrm>
            <a:off x="502920" y="4270248"/>
            <a:ext cx="2423160" cy="274320"/>
          </a:xfrm>
          <a:prstGeom prst="rect">
            <a:avLst/>
          </a:prstGeom>
          <a:noFill/>
          <a:ln/>
        </p:spPr>
        <p:txBody>
          <a:bodyPr wrap="square" rtlCol="0" anchor="ctr"/>
          <a:lstStyle/>
          <a:p>
            <a:pPr marL="0" indent="0" algn="ctr">
              <a:buNone/>
            </a:pPr>
            <a:r>
              <a:rPr lang="en-US" i="1" dirty="0">
                <a:solidFill>
                  <a:srgbClr val="94A3B8"/>
                </a:solidFill>
                <a:latin typeface="Calibri" pitchFamily="34" charset="0"/>
                <a:ea typeface="Calibri" pitchFamily="34" charset="-122"/>
                <a:cs typeface="Calibri" pitchFamily="34" charset="-120"/>
              </a:rPr>
              <a:t>one field</a:t>
            </a:r>
            <a:endParaRPr lang="en-US" dirty="0"/>
          </a:p>
        </p:txBody>
      </p:sp>
      <p:sp>
        <p:nvSpPr>
          <p:cNvPr id="14" name="Shape 10"/>
          <p:cNvSpPr/>
          <p:nvPr/>
        </p:nvSpPr>
        <p:spPr>
          <a:xfrm>
            <a:off x="3374136" y="1783080"/>
            <a:ext cx="2514600" cy="3063240"/>
          </a:xfrm>
          <a:prstGeom prst="roundRect">
            <a:avLst>
              <a:gd name="adj" fmla="val 4364"/>
            </a:avLst>
          </a:prstGeom>
          <a:solidFill>
            <a:srgbClr val="FFFFFF"/>
          </a:solidFill>
          <a:ln w="12700">
            <a:solidFill>
              <a:srgbClr val="E3E8EF"/>
            </a:solidFill>
            <a:prstDash val="solid"/>
          </a:ln>
          <a:effectLst>
            <a:outerShdw blurRad="101600" dist="38100" dir="5400000" algn="bl" rotWithShape="0">
              <a:srgbClr val="9AA5B1">
                <a:alpha val="35000"/>
              </a:srgbClr>
            </a:outerShdw>
          </a:effectLst>
        </p:spPr>
      </p:sp>
      <p:sp>
        <p:nvSpPr>
          <p:cNvPr id="15" name="Shape 11"/>
          <p:cNvSpPr/>
          <p:nvPr/>
        </p:nvSpPr>
        <p:spPr>
          <a:xfrm>
            <a:off x="4242816" y="2039112"/>
            <a:ext cx="777240" cy="777240"/>
          </a:xfrm>
          <a:prstGeom prst="ellipse">
            <a:avLst/>
          </a:prstGeom>
          <a:solidFill>
            <a:srgbClr val="2E75B6"/>
          </a:solidFill>
          <a:ln/>
        </p:spPr>
      </p:sp>
      <p:pic>
        <p:nvPicPr>
          <p:cNvPr id="16" name="Image 2" descr="preencoded.png"/>
          <p:cNvPicPr>
            <a:picLocks noChangeAspect="1"/>
          </p:cNvPicPr>
          <p:nvPr/>
        </p:nvPicPr>
        <p:blipFill>
          <a:blip r:embed="rId5"/>
          <a:stretch>
            <a:fillRect/>
          </a:stretch>
        </p:blipFill>
        <p:spPr>
          <a:xfrm>
            <a:off x="4457700" y="2253996"/>
            <a:ext cx="347472" cy="347472"/>
          </a:xfrm>
          <a:prstGeom prst="rect">
            <a:avLst/>
          </a:prstGeom>
        </p:spPr>
      </p:pic>
      <p:sp>
        <p:nvSpPr>
          <p:cNvPr id="17" name="Text 12"/>
          <p:cNvSpPr/>
          <p:nvPr/>
        </p:nvSpPr>
        <p:spPr>
          <a:xfrm>
            <a:off x="3374136" y="2953512"/>
            <a:ext cx="2514600" cy="320040"/>
          </a:xfrm>
          <a:prstGeom prst="rect">
            <a:avLst/>
          </a:prstGeom>
          <a:noFill/>
          <a:ln/>
        </p:spPr>
        <p:txBody>
          <a:bodyPr wrap="square" rtlCol="0" anchor="ctr"/>
          <a:lstStyle/>
          <a:p>
            <a:pPr marL="0" indent="0" algn="ctr">
              <a:buNone/>
            </a:pPr>
            <a:r>
              <a:rPr lang="en-US" sz="1800" b="1" dirty="0">
                <a:solidFill>
                  <a:srgbClr val="1F4E79"/>
                </a:solidFill>
                <a:latin typeface="Calibri" pitchFamily="34" charset="0"/>
                <a:ea typeface="Calibri" pitchFamily="34" charset="-122"/>
                <a:cs typeface="Calibri" pitchFamily="34" charset="-120"/>
              </a:rPr>
              <a:t>RECORD</a:t>
            </a:r>
            <a:endParaRPr lang="en-US" sz="1800" dirty="0"/>
          </a:p>
        </p:txBody>
      </p:sp>
      <p:sp>
        <p:nvSpPr>
          <p:cNvPr id="18" name="Text 13"/>
          <p:cNvSpPr/>
          <p:nvPr/>
        </p:nvSpPr>
        <p:spPr>
          <a:xfrm>
            <a:off x="3465576" y="3300984"/>
            <a:ext cx="2331720" cy="320040"/>
          </a:xfrm>
          <a:prstGeom prst="rect">
            <a:avLst/>
          </a:prstGeom>
          <a:noFill/>
          <a:ln/>
        </p:spPr>
        <p:txBody>
          <a:bodyPr wrap="square" rtlCol="0" anchor="ctr"/>
          <a:lstStyle/>
          <a:p>
            <a:pPr marL="0" indent="0" algn="ctr">
              <a:buNone/>
            </a:pPr>
            <a:r>
              <a:rPr lang="en-US" dirty="0">
                <a:solidFill>
                  <a:srgbClr val="6B7280"/>
                </a:solidFill>
                <a:latin typeface="Calibri" pitchFamily="34" charset="0"/>
                <a:ea typeface="Calibri" pitchFamily="34" charset="-122"/>
                <a:cs typeface="Calibri" pitchFamily="34" charset="-120"/>
              </a:rPr>
              <a:t>One complete row</a:t>
            </a:r>
            <a:endParaRPr lang="en-US" dirty="0"/>
          </a:p>
        </p:txBody>
      </p:sp>
      <p:sp>
        <p:nvSpPr>
          <p:cNvPr id="19" name="Shape 14"/>
          <p:cNvSpPr/>
          <p:nvPr/>
        </p:nvSpPr>
        <p:spPr>
          <a:xfrm>
            <a:off x="3648456" y="3721608"/>
            <a:ext cx="1965960" cy="457200"/>
          </a:xfrm>
          <a:prstGeom prst="roundRect">
            <a:avLst>
              <a:gd name="adj" fmla="val 16000"/>
            </a:avLst>
          </a:prstGeom>
          <a:solidFill>
            <a:srgbClr val="EAF1FA"/>
          </a:solidFill>
          <a:ln/>
        </p:spPr>
      </p:sp>
      <p:sp>
        <p:nvSpPr>
          <p:cNvPr id="20" name="Text 15"/>
          <p:cNvSpPr/>
          <p:nvPr/>
        </p:nvSpPr>
        <p:spPr>
          <a:xfrm>
            <a:off x="3648456" y="3721608"/>
            <a:ext cx="1965960" cy="457200"/>
          </a:xfrm>
          <a:prstGeom prst="rect">
            <a:avLst/>
          </a:prstGeom>
          <a:noFill/>
          <a:ln/>
        </p:spPr>
        <p:txBody>
          <a:bodyPr wrap="square" rtlCol="0" anchor="ctr"/>
          <a:lstStyle/>
          <a:p>
            <a:pPr marL="0" indent="0" algn="ctr">
              <a:buNone/>
            </a:pPr>
            <a:r>
              <a:rPr lang="en-US" b="1" dirty="0">
                <a:solidFill>
                  <a:srgbClr val="1F4E79"/>
                </a:solidFill>
                <a:latin typeface="Consolas" pitchFamily="34" charset="0"/>
                <a:ea typeface="Consolas" pitchFamily="34" charset="-122"/>
                <a:cs typeface="Consolas" pitchFamily="34" charset="-120"/>
              </a:rPr>
              <a:t>1 food order</a:t>
            </a:r>
            <a:endParaRPr lang="en-US" dirty="0"/>
          </a:p>
        </p:txBody>
      </p:sp>
      <p:sp>
        <p:nvSpPr>
          <p:cNvPr id="21" name="Text 16"/>
          <p:cNvSpPr/>
          <p:nvPr/>
        </p:nvSpPr>
        <p:spPr>
          <a:xfrm>
            <a:off x="3419856" y="4270248"/>
            <a:ext cx="2423160" cy="274320"/>
          </a:xfrm>
          <a:prstGeom prst="rect">
            <a:avLst/>
          </a:prstGeom>
          <a:noFill/>
          <a:ln/>
        </p:spPr>
        <p:txBody>
          <a:bodyPr wrap="square" rtlCol="0" anchor="ctr"/>
          <a:lstStyle/>
          <a:p>
            <a:pPr marL="0" indent="0" algn="ctr">
              <a:buNone/>
            </a:pPr>
            <a:r>
              <a:rPr lang="en-US" i="1" dirty="0">
                <a:solidFill>
                  <a:srgbClr val="94A3B8"/>
                </a:solidFill>
                <a:latin typeface="Calibri" pitchFamily="34" charset="0"/>
                <a:ea typeface="Calibri" pitchFamily="34" charset="-122"/>
                <a:cs typeface="Calibri" pitchFamily="34" charset="-120"/>
              </a:rPr>
              <a:t>id · item · price</a:t>
            </a:r>
            <a:endParaRPr lang="en-US" dirty="0"/>
          </a:p>
        </p:txBody>
      </p:sp>
      <p:sp>
        <p:nvSpPr>
          <p:cNvPr id="22" name="Shape 17"/>
          <p:cNvSpPr/>
          <p:nvPr/>
        </p:nvSpPr>
        <p:spPr>
          <a:xfrm>
            <a:off x="6291072" y="1783080"/>
            <a:ext cx="2514600" cy="3063240"/>
          </a:xfrm>
          <a:prstGeom prst="roundRect">
            <a:avLst>
              <a:gd name="adj" fmla="val 4364"/>
            </a:avLst>
          </a:prstGeom>
          <a:solidFill>
            <a:srgbClr val="FFFFFF"/>
          </a:solidFill>
          <a:ln w="12700">
            <a:solidFill>
              <a:srgbClr val="E3E8EF"/>
            </a:solidFill>
            <a:prstDash val="solid"/>
          </a:ln>
          <a:effectLst>
            <a:outerShdw blurRad="101600" dist="38100" dir="5400000" algn="bl" rotWithShape="0">
              <a:srgbClr val="9AA5B1">
                <a:alpha val="35000"/>
              </a:srgbClr>
            </a:outerShdw>
          </a:effectLst>
        </p:spPr>
      </p:sp>
      <p:sp>
        <p:nvSpPr>
          <p:cNvPr id="23" name="Shape 18"/>
          <p:cNvSpPr/>
          <p:nvPr/>
        </p:nvSpPr>
        <p:spPr>
          <a:xfrm>
            <a:off x="7159752" y="2039112"/>
            <a:ext cx="777240" cy="777240"/>
          </a:xfrm>
          <a:prstGeom prst="ellipse">
            <a:avLst/>
          </a:prstGeom>
          <a:solidFill>
            <a:srgbClr val="1F4E79"/>
          </a:solidFill>
          <a:ln/>
        </p:spPr>
      </p:sp>
      <p:pic>
        <p:nvPicPr>
          <p:cNvPr id="24" name="Image 3" descr="preencoded.png"/>
          <p:cNvPicPr>
            <a:picLocks noChangeAspect="1"/>
          </p:cNvPicPr>
          <p:nvPr/>
        </p:nvPicPr>
        <p:blipFill>
          <a:blip r:embed="rId6"/>
          <a:stretch>
            <a:fillRect/>
          </a:stretch>
        </p:blipFill>
        <p:spPr>
          <a:xfrm>
            <a:off x="7374636" y="2253996"/>
            <a:ext cx="347472" cy="347472"/>
          </a:xfrm>
          <a:prstGeom prst="rect">
            <a:avLst/>
          </a:prstGeom>
        </p:spPr>
      </p:pic>
      <p:sp>
        <p:nvSpPr>
          <p:cNvPr id="25" name="Text 19"/>
          <p:cNvSpPr/>
          <p:nvPr/>
        </p:nvSpPr>
        <p:spPr>
          <a:xfrm>
            <a:off x="6291072" y="2953512"/>
            <a:ext cx="2514600" cy="320040"/>
          </a:xfrm>
          <a:prstGeom prst="rect">
            <a:avLst/>
          </a:prstGeom>
          <a:noFill/>
          <a:ln/>
        </p:spPr>
        <p:txBody>
          <a:bodyPr wrap="square" rtlCol="0" anchor="ctr"/>
          <a:lstStyle/>
          <a:p>
            <a:pPr marL="0" indent="0" algn="ctr">
              <a:buNone/>
            </a:pPr>
            <a:r>
              <a:rPr lang="en-US" sz="1800" b="1" dirty="0">
                <a:solidFill>
                  <a:srgbClr val="1F4E79"/>
                </a:solidFill>
                <a:latin typeface="Calibri" pitchFamily="34" charset="0"/>
                <a:ea typeface="Calibri" pitchFamily="34" charset="-122"/>
                <a:cs typeface="Calibri" pitchFamily="34" charset="-120"/>
              </a:rPr>
              <a:t>TABLE</a:t>
            </a:r>
            <a:endParaRPr lang="en-US" sz="1800" dirty="0"/>
          </a:p>
        </p:txBody>
      </p:sp>
      <p:sp>
        <p:nvSpPr>
          <p:cNvPr id="26" name="Text 20"/>
          <p:cNvSpPr/>
          <p:nvPr/>
        </p:nvSpPr>
        <p:spPr>
          <a:xfrm>
            <a:off x="6382512" y="3300984"/>
            <a:ext cx="2331720" cy="320040"/>
          </a:xfrm>
          <a:prstGeom prst="rect">
            <a:avLst/>
          </a:prstGeom>
          <a:noFill/>
          <a:ln/>
        </p:spPr>
        <p:txBody>
          <a:bodyPr wrap="square" rtlCol="0" anchor="ctr"/>
          <a:lstStyle/>
          <a:p>
            <a:pPr marL="0" indent="0" algn="ctr">
              <a:buNone/>
            </a:pPr>
            <a:r>
              <a:rPr lang="en-US" dirty="0">
                <a:solidFill>
                  <a:srgbClr val="6B7280"/>
                </a:solidFill>
                <a:latin typeface="Calibri" pitchFamily="34" charset="0"/>
                <a:ea typeface="Calibri" pitchFamily="34" charset="-122"/>
                <a:cs typeface="Calibri" pitchFamily="34" charset="-120"/>
              </a:rPr>
              <a:t>Similar rows grouped</a:t>
            </a:r>
            <a:endParaRPr lang="en-US" dirty="0"/>
          </a:p>
        </p:txBody>
      </p:sp>
      <p:sp>
        <p:nvSpPr>
          <p:cNvPr id="27" name="Shape 21"/>
          <p:cNvSpPr/>
          <p:nvPr/>
        </p:nvSpPr>
        <p:spPr>
          <a:xfrm>
            <a:off x="6565392" y="3721608"/>
            <a:ext cx="1965960" cy="457200"/>
          </a:xfrm>
          <a:prstGeom prst="roundRect">
            <a:avLst>
              <a:gd name="adj" fmla="val 16000"/>
            </a:avLst>
          </a:prstGeom>
          <a:solidFill>
            <a:srgbClr val="EAF1FA"/>
          </a:solidFill>
          <a:ln/>
        </p:spPr>
      </p:sp>
      <p:sp>
        <p:nvSpPr>
          <p:cNvPr id="28" name="Text 22"/>
          <p:cNvSpPr/>
          <p:nvPr/>
        </p:nvSpPr>
        <p:spPr>
          <a:xfrm>
            <a:off x="6565392" y="3721608"/>
            <a:ext cx="1965960" cy="457200"/>
          </a:xfrm>
          <a:prstGeom prst="rect">
            <a:avLst/>
          </a:prstGeom>
          <a:noFill/>
          <a:ln/>
        </p:spPr>
        <p:txBody>
          <a:bodyPr wrap="square" rtlCol="0" anchor="ctr"/>
          <a:lstStyle/>
          <a:p>
            <a:pPr marL="0" indent="0" algn="ctr">
              <a:buNone/>
            </a:pPr>
            <a:r>
              <a:rPr lang="en-US" b="1" dirty="0">
                <a:solidFill>
                  <a:srgbClr val="1F4E79"/>
                </a:solidFill>
                <a:latin typeface="Consolas" pitchFamily="34" charset="0"/>
                <a:ea typeface="Consolas" pitchFamily="34" charset="-122"/>
                <a:cs typeface="Consolas" pitchFamily="34" charset="-120"/>
              </a:rPr>
              <a:t>orders table</a:t>
            </a:r>
            <a:endParaRPr lang="en-US" dirty="0"/>
          </a:p>
        </p:txBody>
      </p:sp>
      <p:sp>
        <p:nvSpPr>
          <p:cNvPr id="29" name="Text 23"/>
          <p:cNvSpPr/>
          <p:nvPr/>
        </p:nvSpPr>
        <p:spPr>
          <a:xfrm>
            <a:off x="6336792" y="4270248"/>
            <a:ext cx="2423160" cy="274320"/>
          </a:xfrm>
          <a:prstGeom prst="rect">
            <a:avLst/>
          </a:prstGeom>
          <a:noFill/>
          <a:ln/>
        </p:spPr>
        <p:txBody>
          <a:bodyPr wrap="square" rtlCol="0" anchor="ctr"/>
          <a:lstStyle/>
          <a:p>
            <a:pPr marL="0" indent="0" algn="ctr">
              <a:buNone/>
            </a:pPr>
            <a:r>
              <a:rPr lang="en-US" i="1" dirty="0">
                <a:solidFill>
                  <a:srgbClr val="94A3B8"/>
                </a:solidFill>
                <a:latin typeface="Calibri" pitchFamily="34" charset="0"/>
                <a:ea typeface="Calibri" pitchFamily="34" charset="-122"/>
                <a:cs typeface="Calibri" pitchFamily="34" charset="-120"/>
              </a:rPr>
              <a:t>40M+ rows a day</a:t>
            </a:r>
            <a:endParaRPr lang="en-US" dirty="0"/>
          </a:p>
        </p:txBody>
      </p:sp>
      <p:sp>
        <p:nvSpPr>
          <p:cNvPr id="30" name="Shape 24"/>
          <p:cNvSpPr/>
          <p:nvPr/>
        </p:nvSpPr>
        <p:spPr>
          <a:xfrm>
            <a:off x="9208008" y="1783080"/>
            <a:ext cx="2514600" cy="3063240"/>
          </a:xfrm>
          <a:prstGeom prst="roundRect">
            <a:avLst>
              <a:gd name="adj" fmla="val 4364"/>
            </a:avLst>
          </a:prstGeom>
          <a:solidFill>
            <a:srgbClr val="FFFFFF"/>
          </a:solidFill>
          <a:ln w="12700">
            <a:solidFill>
              <a:srgbClr val="E3E8EF"/>
            </a:solidFill>
            <a:prstDash val="solid"/>
          </a:ln>
          <a:effectLst>
            <a:outerShdw blurRad="101600" dist="38100" dir="5400000" algn="bl" rotWithShape="0">
              <a:srgbClr val="9AA5B1">
                <a:alpha val="35000"/>
              </a:srgbClr>
            </a:outerShdw>
          </a:effectLst>
        </p:spPr>
      </p:sp>
      <p:sp>
        <p:nvSpPr>
          <p:cNvPr id="31" name="Shape 25"/>
          <p:cNvSpPr/>
          <p:nvPr/>
        </p:nvSpPr>
        <p:spPr>
          <a:xfrm>
            <a:off x="10076688" y="2039112"/>
            <a:ext cx="777240" cy="777240"/>
          </a:xfrm>
          <a:prstGeom prst="ellipse">
            <a:avLst/>
          </a:prstGeom>
          <a:solidFill>
            <a:srgbClr val="12385A"/>
          </a:solidFill>
          <a:ln/>
        </p:spPr>
      </p:sp>
      <p:pic>
        <p:nvPicPr>
          <p:cNvPr id="32" name="Image 4" descr="preencoded.png"/>
          <p:cNvPicPr>
            <a:picLocks noChangeAspect="1"/>
          </p:cNvPicPr>
          <p:nvPr/>
        </p:nvPicPr>
        <p:blipFill>
          <a:blip r:embed="rId7"/>
          <a:stretch>
            <a:fillRect/>
          </a:stretch>
        </p:blipFill>
        <p:spPr>
          <a:xfrm>
            <a:off x="10291572" y="2253996"/>
            <a:ext cx="347472" cy="347472"/>
          </a:xfrm>
          <a:prstGeom prst="rect">
            <a:avLst/>
          </a:prstGeom>
        </p:spPr>
      </p:pic>
      <p:sp>
        <p:nvSpPr>
          <p:cNvPr id="33" name="Text 26"/>
          <p:cNvSpPr/>
          <p:nvPr/>
        </p:nvSpPr>
        <p:spPr>
          <a:xfrm>
            <a:off x="9208008" y="2953512"/>
            <a:ext cx="2514600" cy="320040"/>
          </a:xfrm>
          <a:prstGeom prst="rect">
            <a:avLst/>
          </a:prstGeom>
          <a:noFill/>
          <a:ln/>
        </p:spPr>
        <p:txBody>
          <a:bodyPr wrap="square" rtlCol="0" anchor="ctr"/>
          <a:lstStyle/>
          <a:p>
            <a:pPr marL="0" indent="0" algn="ctr">
              <a:buNone/>
            </a:pPr>
            <a:r>
              <a:rPr lang="en-US" sz="1800" b="1" dirty="0">
                <a:solidFill>
                  <a:srgbClr val="1F4E79"/>
                </a:solidFill>
                <a:latin typeface="Calibri" pitchFamily="34" charset="0"/>
                <a:ea typeface="Calibri" pitchFamily="34" charset="-122"/>
                <a:cs typeface="Calibri" pitchFamily="34" charset="-120"/>
              </a:rPr>
              <a:t>DATABASE</a:t>
            </a:r>
            <a:endParaRPr lang="en-US" sz="1800" dirty="0"/>
          </a:p>
        </p:txBody>
      </p:sp>
      <p:sp>
        <p:nvSpPr>
          <p:cNvPr id="34" name="Text 27"/>
          <p:cNvSpPr/>
          <p:nvPr/>
        </p:nvSpPr>
        <p:spPr>
          <a:xfrm>
            <a:off x="9299448" y="3300984"/>
            <a:ext cx="2331720" cy="320040"/>
          </a:xfrm>
          <a:prstGeom prst="rect">
            <a:avLst/>
          </a:prstGeom>
          <a:noFill/>
          <a:ln/>
        </p:spPr>
        <p:txBody>
          <a:bodyPr wrap="square" rtlCol="0" anchor="ctr"/>
          <a:lstStyle/>
          <a:p>
            <a:pPr marL="0" indent="0" algn="ctr">
              <a:buNone/>
            </a:pPr>
            <a:r>
              <a:rPr lang="en-US" dirty="0">
                <a:solidFill>
                  <a:srgbClr val="6B7280"/>
                </a:solidFill>
                <a:latin typeface="Calibri" pitchFamily="34" charset="0"/>
                <a:ea typeface="Calibri" pitchFamily="34" charset="-122"/>
                <a:cs typeface="Calibri" pitchFamily="34" charset="-120"/>
              </a:rPr>
              <a:t>Related tables, one system</a:t>
            </a:r>
            <a:endParaRPr lang="en-US" dirty="0"/>
          </a:p>
        </p:txBody>
      </p:sp>
      <p:sp>
        <p:nvSpPr>
          <p:cNvPr id="35" name="Shape 28"/>
          <p:cNvSpPr/>
          <p:nvPr/>
        </p:nvSpPr>
        <p:spPr>
          <a:xfrm>
            <a:off x="9482328" y="3721608"/>
            <a:ext cx="1965960" cy="457200"/>
          </a:xfrm>
          <a:prstGeom prst="roundRect">
            <a:avLst>
              <a:gd name="adj" fmla="val 16000"/>
            </a:avLst>
          </a:prstGeom>
          <a:solidFill>
            <a:srgbClr val="EAF1FA"/>
          </a:solidFill>
          <a:ln/>
        </p:spPr>
      </p:sp>
      <p:sp>
        <p:nvSpPr>
          <p:cNvPr id="36" name="Text 29"/>
          <p:cNvSpPr/>
          <p:nvPr/>
        </p:nvSpPr>
        <p:spPr>
          <a:xfrm>
            <a:off x="9482328" y="3721608"/>
            <a:ext cx="1965960" cy="457200"/>
          </a:xfrm>
          <a:prstGeom prst="rect">
            <a:avLst/>
          </a:prstGeom>
          <a:noFill/>
          <a:ln/>
        </p:spPr>
        <p:txBody>
          <a:bodyPr wrap="square" rtlCol="0" anchor="ctr"/>
          <a:lstStyle/>
          <a:p>
            <a:pPr marL="0" indent="0" algn="ctr">
              <a:buNone/>
            </a:pPr>
            <a:r>
              <a:rPr lang="en-US" b="1" dirty="0">
                <a:solidFill>
                  <a:srgbClr val="1F4E79"/>
                </a:solidFill>
                <a:latin typeface="Consolas" pitchFamily="34" charset="0"/>
                <a:ea typeface="Consolas" pitchFamily="34" charset="-122"/>
                <a:cs typeface="Consolas" pitchFamily="34" charset="-120"/>
              </a:rPr>
              <a:t>PostgreSQL on AWS</a:t>
            </a:r>
            <a:endParaRPr lang="en-US" dirty="0"/>
          </a:p>
        </p:txBody>
      </p:sp>
      <p:sp>
        <p:nvSpPr>
          <p:cNvPr id="37" name="Text 30"/>
          <p:cNvSpPr/>
          <p:nvPr/>
        </p:nvSpPr>
        <p:spPr>
          <a:xfrm>
            <a:off x="9253728" y="4270248"/>
            <a:ext cx="2423160" cy="274320"/>
          </a:xfrm>
          <a:prstGeom prst="rect">
            <a:avLst/>
          </a:prstGeom>
          <a:noFill/>
          <a:ln/>
        </p:spPr>
        <p:txBody>
          <a:bodyPr wrap="square" rtlCol="0" anchor="ctr"/>
          <a:lstStyle/>
          <a:p>
            <a:pPr marL="0" indent="0" algn="ctr">
              <a:buNone/>
            </a:pPr>
            <a:r>
              <a:rPr lang="en-US" i="1" dirty="0">
                <a:solidFill>
                  <a:srgbClr val="94A3B8"/>
                </a:solidFill>
                <a:latin typeface="Calibri" pitchFamily="34" charset="0"/>
                <a:ea typeface="Calibri" pitchFamily="34" charset="-122"/>
                <a:cs typeface="Calibri" pitchFamily="34" charset="-120"/>
              </a:rPr>
              <a:t>runs the whole app</a:t>
            </a:r>
            <a:endParaRPr lang="en-US" dirty="0"/>
          </a:p>
        </p:txBody>
      </p:sp>
      <p:pic>
        <p:nvPicPr>
          <p:cNvPr id="38" name="Image 5" descr="preencoded.png"/>
          <p:cNvPicPr>
            <a:picLocks noChangeAspect="1"/>
          </p:cNvPicPr>
          <p:nvPr/>
        </p:nvPicPr>
        <p:blipFill>
          <a:blip r:embed="rId8"/>
          <a:stretch>
            <a:fillRect/>
          </a:stretch>
        </p:blipFill>
        <p:spPr>
          <a:xfrm>
            <a:off x="3026664" y="2240280"/>
            <a:ext cx="292608" cy="292608"/>
          </a:xfrm>
          <a:prstGeom prst="rect">
            <a:avLst/>
          </a:prstGeom>
        </p:spPr>
      </p:pic>
      <p:pic>
        <p:nvPicPr>
          <p:cNvPr id="39" name="Image 6" descr="preencoded.png"/>
          <p:cNvPicPr>
            <a:picLocks noChangeAspect="1"/>
          </p:cNvPicPr>
          <p:nvPr/>
        </p:nvPicPr>
        <p:blipFill>
          <a:blip r:embed="rId8"/>
          <a:stretch>
            <a:fillRect/>
          </a:stretch>
        </p:blipFill>
        <p:spPr>
          <a:xfrm>
            <a:off x="5943600" y="2240280"/>
            <a:ext cx="292608" cy="292608"/>
          </a:xfrm>
          <a:prstGeom prst="rect">
            <a:avLst/>
          </a:prstGeom>
        </p:spPr>
      </p:pic>
      <p:pic>
        <p:nvPicPr>
          <p:cNvPr id="40" name="Image 7" descr="preencoded.png"/>
          <p:cNvPicPr>
            <a:picLocks noChangeAspect="1"/>
          </p:cNvPicPr>
          <p:nvPr/>
        </p:nvPicPr>
        <p:blipFill>
          <a:blip r:embed="rId8"/>
          <a:stretch>
            <a:fillRect/>
          </a:stretch>
        </p:blipFill>
        <p:spPr>
          <a:xfrm>
            <a:off x="8860536" y="2240280"/>
            <a:ext cx="292608" cy="292608"/>
          </a:xfrm>
          <a:prstGeom prst="rect">
            <a:avLst/>
          </a:prstGeom>
        </p:spPr>
      </p:pic>
      <p:sp>
        <p:nvSpPr>
          <p:cNvPr id="42" name="Shape 32"/>
          <p:cNvSpPr/>
          <p:nvPr/>
        </p:nvSpPr>
        <p:spPr>
          <a:xfrm>
            <a:off x="777240" y="5458968"/>
            <a:ext cx="457200" cy="457200"/>
          </a:xfrm>
          <a:prstGeom prst="ellipse">
            <a:avLst/>
          </a:prstGeom>
          <a:solidFill>
            <a:srgbClr val="F0A32E"/>
          </a:solidFill>
          <a:ln/>
        </p:spPr>
      </p:sp>
      <p:pic>
        <p:nvPicPr>
          <p:cNvPr id="43" name="Image 8" descr="preencoded.png"/>
          <p:cNvPicPr>
            <a:picLocks noChangeAspect="1"/>
          </p:cNvPicPr>
          <p:nvPr/>
        </p:nvPicPr>
        <p:blipFill>
          <a:blip r:embed="rId9"/>
          <a:stretch>
            <a:fillRect/>
          </a:stretch>
        </p:blipFill>
        <p:spPr>
          <a:xfrm>
            <a:off x="896112" y="5577840"/>
            <a:ext cx="219456" cy="219456"/>
          </a:xfrm>
          <a:prstGeom prst="rect">
            <a:avLst/>
          </a:prstGeom>
        </p:spPr>
      </p:pic>
      <p:sp>
        <p:nvSpPr>
          <p:cNvPr id="44" name="Text 33"/>
          <p:cNvSpPr/>
          <p:nvPr/>
        </p:nvSpPr>
        <p:spPr>
          <a:xfrm>
            <a:off x="1417320" y="5212080"/>
            <a:ext cx="10058400" cy="960120"/>
          </a:xfrm>
          <a:prstGeom prst="rect">
            <a:avLst/>
          </a:prstGeom>
          <a:noFill/>
          <a:ln/>
        </p:spPr>
        <p:txBody>
          <a:bodyPr wrap="square" lIns="91440" tIns="45720" rIns="91440" bIns="45720" rtlCol="0" anchor="ctr"/>
          <a:lstStyle/>
          <a:p>
            <a:pPr marL="0" indent="0" algn="l">
              <a:buNone/>
            </a:pPr>
            <a:r>
              <a:rPr lang="en-US" b="1" dirty="0">
                <a:solidFill>
                  <a:schemeClr val="accent1"/>
                </a:solidFill>
                <a:latin typeface="Calibri"/>
                <a:ea typeface="Calibri"/>
                <a:cs typeface="Calibri"/>
              </a:rPr>
              <a:t>Millions of records → Information.  </a:t>
            </a:r>
            <a:r>
              <a:rPr lang="en-US" dirty="0">
                <a:solidFill>
                  <a:schemeClr val="accent1"/>
                </a:solidFill>
                <a:latin typeface="Calibri"/>
                <a:ea typeface="Calibri"/>
                <a:cs typeface="Calibri"/>
              </a:rPr>
              <a:t>AI recommendations, fraud detection &amp; real-time dashboards at Amazon, Netflix &amp; Zomato.</a:t>
            </a:r>
            <a:endParaRPr lang="en-US">
              <a:solidFill>
                <a:schemeClr val="accent1"/>
              </a:solidFill>
              <a:latin typeface="Calibri"/>
              <a:ea typeface="Calibri"/>
              <a:cs typeface="Calibri"/>
            </a:endParaRPr>
          </a:p>
        </p:txBody>
      </p:sp>
      <p:sp>
        <p:nvSpPr>
          <p:cNvPr id="46" name="Shape 29">
            <a:extLst>
              <a:ext uri="{FF2B5EF4-FFF2-40B4-BE49-F238E27FC236}">
                <a16:creationId xmlns:a16="http://schemas.microsoft.com/office/drawing/2014/main" id="{D55905E0-9B0B-3C47-1A26-9CAB9E10CC5A}"/>
              </a:ext>
            </a:extLst>
          </p:cNvPr>
          <p:cNvSpPr/>
          <p:nvPr/>
        </p:nvSpPr>
        <p:spPr>
          <a:xfrm>
            <a:off x="9488253" y="5766548"/>
            <a:ext cx="582930" cy="582930"/>
          </a:xfrm>
          <a:prstGeom prst="ellipse">
            <a:avLst/>
          </a:prstGeom>
          <a:solidFill>
            <a:srgbClr val="FFFFFF"/>
          </a:solidFill>
          <a:ln/>
        </p:spPr>
      </p:sp>
      <p:pic>
        <p:nvPicPr>
          <p:cNvPr id="48" name="Image 3" descr="/home/claude/assets/icons/amazon.png">
            <a:extLst>
              <a:ext uri="{FF2B5EF4-FFF2-40B4-BE49-F238E27FC236}">
                <a16:creationId xmlns:a16="http://schemas.microsoft.com/office/drawing/2014/main" id="{B620AE8F-E3F9-8BE1-A089-E54AE0419FDC}"/>
              </a:ext>
            </a:extLst>
          </p:cNvPr>
          <p:cNvPicPr>
            <a:picLocks noChangeAspect="1"/>
          </p:cNvPicPr>
          <p:nvPr/>
        </p:nvPicPr>
        <p:blipFill>
          <a:blip r:embed="rId10"/>
          <a:stretch>
            <a:fillRect/>
          </a:stretch>
        </p:blipFill>
        <p:spPr>
          <a:xfrm>
            <a:off x="9591123" y="5869418"/>
            <a:ext cx="377190" cy="377190"/>
          </a:xfrm>
          <a:prstGeom prst="rect">
            <a:avLst/>
          </a:prstGeom>
        </p:spPr>
      </p:pic>
      <p:sp>
        <p:nvSpPr>
          <p:cNvPr id="50" name="Shape 30">
            <a:extLst>
              <a:ext uri="{FF2B5EF4-FFF2-40B4-BE49-F238E27FC236}">
                <a16:creationId xmlns:a16="http://schemas.microsoft.com/office/drawing/2014/main" id="{2C9DE59F-D24A-3B0C-A090-7DD5345539B2}"/>
              </a:ext>
            </a:extLst>
          </p:cNvPr>
          <p:cNvSpPr/>
          <p:nvPr/>
        </p:nvSpPr>
        <p:spPr>
          <a:xfrm>
            <a:off x="10208343" y="5766548"/>
            <a:ext cx="582930" cy="582930"/>
          </a:xfrm>
          <a:prstGeom prst="ellipse">
            <a:avLst/>
          </a:prstGeom>
          <a:solidFill>
            <a:srgbClr val="FFFFFF"/>
          </a:solidFill>
          <a:ln/>
        </p:spPr>
      </p:sp>
      <p:pic>
        <p:nvPicPr>
          <p:cNvPr id="52" name="Image 4" descr="/home/claude/assets/icons/netflix.png">
            <a:extLst>
              <a:ext uri="{FF2B5EF4-FFF2-40B4-BE49-F238E27FC236}">
                <a16:creationId xmlns:a16="http://schemas.microsoft.com/office/drawing/2014/main" id="{1F61D21D-BAB1-3789-BF74-3F7E02C75226}"/>
              </a:ext>
            </a:extLst>
          </p:cNvPr>
          <p:cNvPicPr>
            <a:picLocks noChangeAspect="1"/>
          </p:cNvPicPr>
          <p:nvPr/>
        </p:nvPicPr>
        <p:blipFill>
          <a:blip r:embed="rId11"/>
          <a:stretch>
            <a:fillRect/>
          </a:stretch>
        </p:blipFill>
        <p:spPr>
          <a:xfrm>
            <a:off x="10311213" y="5869418"/>
            <a:ext cx="377190" cy="377190"/>
          </a:xfrm>
          <a:prstGeom prst="rect">
            <a:avLst/>
          </a:prstGeom>
        </p:spPr>
      </p:pic>
      <p:sp>
        <p:nvSpPr>
          <p:cNvPr id="54" name="Shape 31">
            <a:extLst>
              <a:ext uri="{FF2B5EF4-FFF2-40B4-BE49-F238E27FC236}">
                <a16:creationId xmlns:a16="http://schemas.microsoft.com/office/drawing/2014/main" id="{D2A451CA-D3E8-82BD-FA86-A3FED19524ED}"/>
              </a:ext>
            </a:extLst>
          </p:cNvPr>
          <p:cNvSpPr/>
          <p:nvPr/>
        </p:nvSpPr>
        <p:spPr>
          <a:xfrm>
            <a:off x="10928433" y="5766548"/>
            <a:ext cx="582930" cy="582930"/>
          </a:xfrm>
          <a:prstGeom prst="ellipse">
            <a:avLst/>
          </a:prstGeom>
          <a:solidFill>
            <a:srgbClr val="FFFFFF"/>
          </a:solidFill>
          <a:ln/>
        </p:spPr>
      </p:sp>
      <p:pic>
        <p:nvPicPr>
          <p:cNvPr id="56" name="Image 5" descr="/home/claude/assets/icons/zomato.png">
            <a:extLst>
              <a:ext uri="{FF2B5EF4-FFF2-40B4-BE49-F238E27FC236}">
                <a16:creationId xmlns:a16="http://schemas.microsoft.com/office/drawing/2014/main" id="{559BBAEF-B263-05FC-0F8E-DE859D14DAAD}"/>
              </a:ext>
            </a:extLst>
          </p:cNvPr>
          <p:cNvPicPr>
            <a:picLocks noChangeAspect="1"/>
          </p:cNvPicPr>
          <p:nvPr/>
        </p:nvPicPr>
        <p:blipFill>
          <a:blip r:embed="rId12"/>
          <a:stretch>
            <a:fillRect/>
          </a:stretch>
        </p:blipFill>
        <p:spPr>
          <a:xfrm>
            <a:off x="11031303" y="5869418"/>
            <a:ext cx="377190" cy="3771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859536"/>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What Is a File System?</a:t>
            </a:r>
            <a:endParaRPr lang="en-US" sz="3200" dirty="0"/>
          </a:p>
        </p:txBody>
      </p:sp>
      <p:sp>
        <p:nvSpPr>
          <p:cNvPr id="4" name="Text 1"/>
          <p:cNvSpPr/>
          <p:nvPr/>
        </p:nvSpPr>
        <p:spPr>
          <a:xfrm>
            <a:off x="457200" y="1024128"/>
            <a:ext cx="10515600" cy="365760"/>
          </a:xfrm>
          <a:prstGeom prst="rect">
            <a:avLst/>
          </a:prstGeom>
          <a:noFill/>
          <a:ln/>
        </p:spPr>
        <p:txBody>
          <a:bodyPr wrap="square" rtlCol="0" anchor="ctr"/>
          <a:lstStyle/>
          <a:p>
            <a:pPr marL="0" indent="0" algn="l">
              <a:buNone/>
            </a:pPr>
            <a:endParaRPr lang="en-US" sz="1500" dirty="0"/>
          </a:p>
        </p:txBody>
      </p:sp>
      <p:sp>
        <p:nvSpPr>
          <p:cNvPr id="5" name="Text 2"/>
          <p:cNvSpPr/>
          <p:nvPr/>
        </p:nvSpPr>
        <p:spPr>
          <a:xfrm>
            <a:off x="11338560" y="6455664"/>
            <a:ext cx="457200" cy="274320"/>
          </a:xfrm>
          <a:prstGeom prst="rect">
            <a:avLst/>
          </a:prstGeom>
          <a:noFill/>
          <a:ln/>
        </p:spPr>
        <p:txBody>
          <a:bodyPr wrap="square" rtlCol="0" anchor="ctr"/>
          <a:lstStyle/>
          <a:p>
            <a:pPr marL="0" indent="0" algn="r">
              <a:buNone/>
            </a:pPr>
            <a:r>
              <a:rPr lang="en-US" dirty="0">
                <a:solidFill>
                  <a:srgbClr val="6B7280"/>
                </a:solidFill>
                <a:latin typeface="Calibri" pitchFamily="34" charset="0"/>
                <a:ea typeface="Calibri" pitchFamily="34" charset="-122"/>
                <a:cs typeface="Calibri" pitchFamily="34" charset="-120"/>
              </a:rPr>
              <a:t>6</a:t>
            </a:r>
            <a:endParaRPr lang="en-US" dirty="0"/>
          </a:p>
        </p:txBody>
      </p:sp>
      <p:sp>
        <p:nvSpPr>
          <p:cNvPr id="6" name="Shape 3"/>
          <p:cNvSpPr/>
          <p:nvPr/>
        </p:nvSpPr>
        <p:spPr>
          <a:xfrm>
            <a:off x="655168" y="1874520"/>
            <a:ext cx="3291840" cy="2468880"/>
          </a:xfrm>
          <a:prstGeom prst="roundRect">
            <a:avLst>
              <a:gd name="adj" fmla="val 4444"/>
            </a:avLst>
          </a:prstGeom>
          <a:solidFill>
            <a:srgbClr val="FFFFFF"/>
          </a:solidFill>
          <a:ln w="15875">
            <a:solidFill>
              <a:srgbClr val="E3E8EF"/>
            </a:solidFill>
            <a:prstDash val="solid"/>
          </a:ln>
          <a:effectLst>
            <a:outerShdw blurRad="101600" dist="38100" dir="5400000" algn="bl" rotWithShape="0">
              <a:srgbClr val="9AA5B1">
                <a:alpha val="30000"/>
              </a:srgbClr>
            </a:outerShdw>
          </a:effectLst>
        </p:spPr>
      </p:sp>
      <p:sp>
        <p:nvSpPr>
          <p:cNvPr id="7" name="Text 4"/>
          <p:cNvSpPr/>
          <p:nvPr/>
        </p:nvSpPr>
        <p:spPr>
          <a:xfrm>
            <a:off x="655168" y="2057400"/>
            <a:ext cx="3291840" cy="274320"/>
          </a:xfrm>
          <a:prstGeom prst="rect">
            <a:avLst/>
          </a:prstGeom>
          <a:noFill/>
          <a:ln/>
        </p:spPr>
        <p:txBody>
          <a:bodyPr wrap="square" rtlCol="0" anchor="ctr"/>
          <a:lstStyle/>
          <a:p>
            <a:pPr marL="0" indent="0" algn="ctr">
              <a:buNone/>
            </a:pPr>
            <a:r>
              <a:rPr lang="en-US" b="1" kern="0" spc="100" dirty="0">
                <a:solidFill>
                  <a:srgbClr val="6B7280"/>
                </a:solidFill>
                <a:latin typeface="Calibri" pitchFamily="34" charset="0"/>
                <a:ea typeface="Calibri" pitchFamily="34" charset="-122"/>
                <a:cs typeface="Calibri" pitchFamily="34" charset="-120"/>
              </a:rPr>
              <a:t>ADMISSIONS</a:t>
            </a:r>
            <a:endParaRPr lang="en-US" dirty="0"/>
          </a:p>
        </p:txBody>
      </p:sp>
      <p:sp>
        <p:nvSpPr>
          <p:cNvPr id="8" name="Shape 5"/>
          <p:cNvSpPr/>
          <p:nvPr/>
        </p:nvSpPr>
        <p:spPr>
          <a:xfrm>
            <a:off x="1866748" y="2423160"/>
            <a:ext cx="868680" cy="868680"/>
          </a:xfrm>
          <a:prstGeom prst="ellipse">
            <a:avLst/>
          </a:prstGeom>
          <a:solidFill>
            <a:srgbClr val="217346"/>
          </a:solidFill>
          <a:ln/>
        </p:spPr>
      </p:sp>
      <p:pic>
        <p:nvPicPr>
          <p:cNvPr id="9" name="Image 1" descr="preencoded.png"/>
          <p:cNvPicPr>
            <a:picLocks noChangeAspect="1"/>
          </p:cNvPicPr>
          <p:nvPr/>
        </p:nvPicPr>
        <p:blipFill>
          <a:blip r:embed="rId4"/>
          <a:stretch>
            <a:fillRect/>
          </a:stretch>
        </p:blipFill>
        <p:spPr>
          <a:xfrm>
            <a:off x="2104492" y="2660904"/>
            <a:ext cx="393192" cy="393192"/>
          </a:xfrm>
          <a:prstGeom prst="rect">
            <a:avLst/>
          </a:prstGeom>
        </p:spPr>
      </p:pic>
      <p:sp>
        <p:nvSpPr>
          <p:cNvPr id="10" name="Text 6"/>
          <p:cNvSpPr/>
          <p:nvPr/>
        </p:nvSpPr>
        <p:spPr>
          <a:xfrm>
            <a:off x="655168" y="3410712"/>
            <a:ext cx="3291840" cy="365760"/>
          </a:xfrm>
          <a:prstGeom prst="rect">
            <a:avLst/>
          </a:prstGeom>
          <a:noFill/>
          <a:ln/>
        </p:spPr>
        <p:txBody>
          <a:bodyPr wrap="square" rtlCol="0" anchor="ctr"/>
          <a:lstStyle/>
          <a:p>
            <a:pPr marL="0" indent="0" algn="ctr">
              <a:buNone/>
            </a:pPr>
            <a:r>
              <a:rPr lang="en-US" b="1" dirty="0">
                <a:solidFill>
                  <a:srgbClr val="1F4E79"/>
                </a:solidFill>
                <a:latin typeface="Consolas" pitchFamily="34" charset="0"/>
                <a:ea typeface="Consolas" pitchFamily="34" charset="-122"/>
                <a:cs typeface="Consolas" pitchFamily="34" charset="-120"/>
              </a:rPr>
              <a:t>admission.xlsx</a:t>
            </a:r>
            <a:endParaRPr lang="en-US" dirty="0"/>
          </a:p>
        </p:txBody>
      </p:sp>
      <p:sp>
        <p:nvSpPr>
          <p:cNvPr id="11" name="Shape 7"/>
          <p:cNvSpPr/>
          <p:nvPr/>
        </p:nvSpPr>
        <p:spPr>
          <a:xfrm>
            <a:off x="1112368" y="3813048"/>
            <a:ext cx="2377440" cy="384048"/>
          </a:xfrm>
          <a:prstGeom prst="roundRect">
            <a:avLst>
              <a:gd name="adj" fmla="val 19048"/>
            </a:avLst>
          </a:prstGeom>
          <a:solidFill>
            <a:srgbClr val="F4F8FC"/>
          </a:solidFill>
          <a:ln/>
        </p:spPr>
      </p:sp>
      <p:sp>
        <p:nvSpPr>
          <p:cNvPr id="12" name="Text 8"/>
          <p:cNvSpPr/>
          <p:nvPr/>
        </p:nvSpPr>
        <p:spPr>
          <a:xfrm>
            <a:off x="1112368" y="3813048"/>
            <a:ext cx="2377440" cy="384048"/>
          </a:xfrm>
          <a:prstGeom prst="rect">
            <a:avLst/>
          </a:prstGeom>
          <a:noFill/>
          <a:ln/>
        </p:spPr>
        <p:txBody>
          <a:bodyPr wrap="square" rtlCol="0" anchor="ctr"/>
          <a:lstStyle/>
          <a:p>
            <a:pPr marL="0" indent="0" algn="ctr">
              <a:buNone/>
            </a:pPr>
            <a:r>
              <a:rPr lang="en-US" dirty="0">
                <a:solidFill>
                  <a:srgbClr val="64748B"/>
                </a:solidFill>
                <a:latin typeface="Calibri" pitchFamily="34" charset="0"/>
                <a:ea typeface="Calibri" pitchFamily="34" charset="-122"/>
                <a:cs typeface="Calibri" pitchFamily="34" charset="-120"/>
              </a:rPr>
              <a:t>Name · Dept · Phone</a:t>
            </a:r>
            <a:endParaRPr lang="en-US" dirty="0"/>
          </a:p>
        </p:txBody>
      </p:sp>
      <p:sp>
        <p:nvSpPr>
          <p:cNvPr id="13" name="Shape 9"/>
          <p:cNvSpPr/>
          <p:nvPr/>
        </p:nvSpPr>
        <p:spPr>
          <a:xfrm>
            <a:off x="4449928" y="1874520"/>
            <a:ext cx="3291840" cy="2468880"/>
          </a:xfrm>
          <a:prstGeom prst="roundRect">
            <a:avLst>
              <a:gd name="adj" fmla="val 4444"/>
            </a:avLst>
          </a:prstGeom>
          <a:solidFill>
            <a:srgbClr val="FFFFFF"/>
          </a:solidFill>
          <a:ln w="15875">
            <a:solidFill>
              <a:srgbClr val="E3E8EF"/>
            </a:solidFill>
            <a:prstDash val="solid"/>
          </a:ln>
          <a:effectLst>
            <a:outerShdw blurRad="101600" dist="38100" dir="5400000" algn="bl" rotWithShape="0">
              <a:srgbClr val="9AA5B1">
                <a:alpha val="30000"/>
              </a:srgbClr>
            </a:outerShdw>
          </a:effectLst>
        </p:spPr>
      </p:sp>
      <p:sp>
        <p:nvSpPr>
          <p:cNvPr id="14" name="Text 10"/>
          <p:cNvSpPr/>
          <p:nvPr/>
        </p:nvSpPr>
        <p:spPr>
          <a:xfrm>
            <a:off x="4449928" y="2057400"/>
            <a:ext cx="3291840" cy="274320"/>
          </a:xfrm>
          <a:prstGeom prst="rect">
            <a:avLst/>
          </a:prstGeom>
          <a:noFill/>
          <a:ln/>
        </p:spPr>
        <p:txBody>
          <a:bodyPr wrap="square" rtlCol="0" anchor="ctr"/>
          <a:lstStyle/>
          <a:p>
            <a:pPr marL="0" indent="0" algn="ctr">
              <a:buNone/>
            </a:pPr>
            <a:r>
              <a:rPr lang="en-US" b="1" kern="0" spc="100" dirty="0">
                <a:solidFill>
                  <a:srgbClr val="6B7280"/>
                </a:solidFill>
                <a:latin typeface="Calibri" pitchFamily="34" charset="0"/>
                <a:ea typeface="Calibri" pitchFamily="34" charset="-122"/>
                <a:cs typeface="Calibri" pitchFamily="34" charset="-120"/>
              </a:rPr>
              <a:t>FINANCE</a:t>
            </a:r>
            <a:endParaRPr lang="en-US" dirty="0"/>
          </a:p>
        </p:txBody>
      </p:sp>
      <p:sp>
        <p:nvSpPr>
          <p:cNvPr id="15" name="Shape 11"/>
          <p:cNvSpPr/>
          <p:nvPr/>
        </p:nvSpPr>
        <p:spPr>
          <a:xfrm>
            <a:off x="5661508" y="2423160"/>
            <a:ext cx="868680" cy="868680"/>
          </a:xfrm>
          <a:prstGeom prst="ellipse">
            <a:avLst/>
          </a:prstGeom>
          <a:solidFill>
            <a:srgbClr val="F0A32E"/>
          </a:solidFill>
          <a:ln/>
        </p:spPr>
      </p:sp>
      <p:pic>
        <p:nvPicPr>
          <p:cNvPr id="16" name="Image 2" descr="preencoded.png"/>
          <p:cNvPicPr>
            <a:picLocks noChangeAspect="1"/>
          </p:cNvPicPr>
          <p:nvPr/>
        </p:nvPicPr>
        <p:blipFill>
          <a:blip r:embed="rId4"/>
          <a:stretch>
            <a:fillRect/>
          </a:stretch>
        </p:blipFill>
        <p:spPr>
          <a:xfrm>
            <a:off x="5899252" y="2660904"/>
            <a:ext cx="393192" cy="393192"/>
          </a:xfrm>
          <a:prstGeom prst="rect">
            <a:avLst/>
          </a:prstGeom>
        </p:spPr>
      </p:pic>
      <p:sp>
        <p:nvSpPr>
          <p:cNvPr id="17" name="Text 12"/>
          <p:cNvSpPr/>
          <p:nvPr/>
        </p:nvSpPr>
        <p:spPr>
          <a:xfrm>
            <a:off x="4449928" y="3410712"/>
            <a:ext cx="3291840" cy="365760"/>
          </a:xfrm>
          <a:prstGeom prst="rect">
            <a:avLst/>
          </a:prstGeom>
          <a:noFill/>
          <a:ln/>
        </p:spPr>
        <p:txBody>
          <a:bodyPr wrap="square" rtlCol="0" anchor="ctr"/>
          <a:lstStyle/>
          <a:p>
            <a:pPr marL="0" indent="0" algn="ctr">
              <a:buNone/>
            </a:pPr>
            <a:r>
              <a:rPr lang="en-US" b="1" dirty="0">
                <a:solidFill>
                  <a:srgbClr val="1F4E79"/>
                </a:solidFill>
                <a:latin typeface="Consolas" pitchFamily="34" charset="0"/>
                <a:ea typeface="Consolas" pitchFamily="34" charset="-122"/>
                <a:cs typeface="Consolas" pitchFamily="34" charset="-120"/>
              </a:rPr>
              <a:t>fees.xlsx</a:t>
            </a:r>
            <a:endParaRPr lang="en-US" dirty="0"/>
          </a:p>
        </p:txBody>
      </p:sp>
      <p:sp>
        <p:nvSpPr>
          <p:cNvPr id="18" name="Shape 13"/>
          <p:cNvSpPr/>
          <p:nvPr/>
        </p:nvSpPr>
        <p:spPr>
          <a:xfrm>
            <a:off x="4907128" y="3813048"/>
            <a:ext cx="2377440" cy="384048"/>
          </a:xfrm>
          <a:prstGeom prst="roundRect">
            <a:avLst>
              <a:gd name="adj" fmla="val 19048"/>
            </a:avLst>
          </a:prstGeom>
          <a:solidFill>
            <a:srgbClr val="F4F8FC"/>
          </a:solidFill>
          <a:ln/>
        </p:spPr>
      </p:sp>
      <p:sp>
        <p:nvSpPr>
          <p:cNvPr id="19" name="Text 14"/>
          <p:cNvSpPr/>
          <p:nvPr/>
        </p:nvSpPr>
        <p:spPr>
          <a:xfrm>
            <a:off x="4907128" y="3813048"/>
            <a:ext cx="2377440" cy="384048"/>
          </a:xfrm>
          <a:prstGeom prst="rect">
            <a:avLst/>
          </a:prstGeom>
          <a:noFill/>
          <a:ln/>
        </p:spPr>
        <p:txBody>
          <a:bodyPr wrap="square" rtlCol="0" anchor="ctr"/>
          <a:lstStyle/>
          <a:p>
            <a:pPr marL="0" indent="0" algn="ctr">
              <a:buNone/>
            </a:pPr>
            <a:r>
              <a:rPr lang="en-US" dirty="0">
                <a:solidFill>
                  <a:srgbClr val="64748B"/>
                </a:solidFill>
                <a:latin typeface="Calibri" pitchFamily="34" charset="0"/>
                <a:ea typeface="Calibri" pitchFamily="34" charset="-122"/>
                <a:cs typeface="Calibri" pitchFamily="34" charset="-120"/>
              </a:rPr>
              <a:t>Name · Amount · Due</a:t>
            </a:r>
            <a:endParaRPr lang="en-US" dirty="0"/>
          </a:p>
        </p:txBody>
      </p:sp>
      <p:sp>
        <p:nvSpPr>
          <p:cNvPr id="20" name="Shape 15"/>
          <p:cNvSpPr/>
          <p:nvPr/>
        </p:nvSpPr>
        <p:spPr>
          <a:xfrm>
            <a:off x="8244688" y="1874520"/>
            <a:ext cx="3291840" cy="2468880"/>
          </a:xfrm>
          <a:prstGeom prst="roundRect">
            <a:avLst>
              <a:gd name="adj" fmla="val 4444"/>
            </a:avLst>
          </a:prstGeom>
          <a:solidFill>
            <a:srgbClr val="FFFFFF"/>
          </a:solidFill>
          <a:ln w="15875">
            <a:solidFill>
              <a:srgbClr val="E3E8EF"/>
            </a:solidFill>
            <a:prstDash val="solid"/>
          </a:ln>
          <a:effectLst>
            <a:outerShdw blurRad="101600" dist="38100" dir="5400000" algn="bl" rotWithShape="0">
              <a:srgbClr val="9AA5B1">
                <a:alpha val="30000"/>
              </a:srgbClr>
            </a:outerShdw>
          </a:effectLst>
        </p:spPr>
      </p:sp>
      <p:sp>
        <p:nvSpPr>
          <p:cNvPr id="21" name="Text 16"/>
          <p:cNvSpPr/>
          <p:nvPr/>
        </p:nvSpPr>
        <p:spPr>
          <a:xfrm>
            <a:off x="8244688" y="2057400"/>
            <a:ext cx="3291840" cy="274320"/>
          </a:xfrm>
          <a:prstGeom prst="rect">
            <a:avLst/>
          </a:prstGeom>
          <a:noFill/>
          <a:ln/>
        </p:spPr>
        <p:txBody>
          <a:bodyPr wrap="square" rtlCol="0" anchor="ctr"/>
          <a:lstStyle/>
          <a:p>
            <a:pPr marL="0" indent="0" algn="ctr">
              <a:buNone/>
            </a:pPr>
            <a:r>
              <a:rPr lang="en-US" b="1" kern="0" spc="100" dirty="0">
                <a:solidFill>
                  <a:srgbClr val="6B7280"/>
                </a:solidFill>
                <a:latin typeface="Calibri" pitchFamily="34" charset="0"/>
                <a:ea typeface="Calibri" pitchFamily="34" charset="-122"/>
                <a:cs typeface="Calibri" pitchFamily="34" charset="-120"/>
              </a:rPr>
              <a:t>LIBRARY</a:t>
            </a:r>
            <a:endParaRPr lang="en-US" dirty="0"/>
          </a:p>
        </p:txBody>
      </p:sp>
      <p:sp>
        <p:nvSpPr>
          <p:cNvPr id="22" name="Shape 17"/>
          <p:cNvSpPr/>
          <p:nvPr/>
        </p:nvSpPr>
        <p:spPr>
          <a:xfrm>
            <a:off x="9456268" y="2423160"/>
            <a:ext cx="868680" cy="868680"/>
          </a:xfrm>
          <a:prstGeom prst="ellipse">
            <a:avLst/>
          </a:prstGeom>
          <a:solidFill>
            <a:srgbClr val="0E7C86"/>
          </a:solidFill>
          <a:ln/>
        </p:spPr>
      </p:sp>
      <p:pic>
        <p:nvPicPr>
          <p:cNvPr id="23" name="Image 3" descr="preencoded.png"/>
          <p:cNvPicPr>
            <a:picLocks noChangeAspect="1"/>
          </p:cNvPicPr>
          <p:nvPr/>
        </p:nvPicPr>
        <p:blipFill>
          <a:blip r:embed="rId5"/>
          <a:stretch>
            <a:fillRect/>
          </a:stretch>
        </p:blipFill>
        <p:spPr>
          <a:xfrm>
            <a:off x="9694012" y="2660904"/>
            <a:ext cx="393192" cy="393192"/>
          </a:xfrm>
          <a:prstGeom prst="rect">
            <a:avLst/>
          </a:prstGeom>
        </p:spPr>
      </p:pic>
      <p:sp>
        <p:nvSpPr>
          <p:cNvPr id="24" name="Text 18"/>
          <p:cNvSpPr/>
          <p:nvPr/>
        </p:nvSpPr>
        <p:spPr>
          <a:xfrm>
            <a:off x="8244688" y="3410712"/>
            <a:ext cx="3291840" cy="365760"/>
          </a:xfrm>
          <a:prstGeom prst="rect">
            <a:avLst/>
          </a:prstGeom>
          <a:noFill/>
          <a:ln/>
        </p:spPr>
        <p:txBody>
          <a:bodyPr wrap="square" rtlCol="0" anchor="ctr"/>
          <a:lstStyle/>
          <a:p>
            <a:pPr marL="0" indent="0" algn="ctr">
              <a:buNone/>
            </a:pPr>
            <a:r>
              <a:rPr lang="en-US" b="1" dirty="0">
                <a:solidFill>
                  <a:srgbClr val="1F4E79"/>
                </a:solidFill>
                <a:latin typeface="Consolas" pitchFamily="34" charset="0"/>
                <a:ea typeface="Consolas" pitchFamily="34" charset="-122"/>
                <a:cs typeface="Consolas" pitchFamily="34" charset="-120"/>
              </a:rPr>
              <a:t>library.csv</a:t>
            </a:r>
            <a:endParaRPr lang="en-US" dirty="0"/>
          </a:p>
        </p:txBody>
      </p:sp>
      <p:sp>
        <p:nvSpPr>
          <p:cNvPr id="25" name="Shape 19"/>
          <p:cNvSpPr/>
          <p:nvPr/>
        </p:nvSpPr>
        <p:spPr>
          <a:xfrm>
            <a:off x="8701888" y="3813048"/>
            <a:ext cx="2377440" cy="384048"/>
          </a:xfrm>
          <a:prstGeom prst="roundRect">
            <a:avLst>
              <a:gd name="adj" fmla="val 19048"/>
            </a:avLst>
          </a:prstGeom>
          <a:solidFill>
            <a:srgbClr val="F4F8FC"/>
          </a:solidFill>
          <a:ln/>
        </p:spPr>
      </p:sp>
      <p:sp>
        <p:nvSpPr>
          <p:cNvPr id="26" name="Text 20"/>
          <p:cNvSpPr/>
          <p:nvPr/>
        </p:nvSpPr>
        <p:spPr>
          <a:xfrm>
            <a:off x="8701888" y="3813048"/>
            <a:ext cx="2377440" cy="384048"/>
          </a:xfrm>
          <a:prstGeom prst="rect">
            <a:avLst/>
          </a:prstGeom>
          <a:noFill/>
          <a:ln/>
        </p:spPr>
        <p:txBody>
          <a:bodyPr wrap="square" rtlCol="0" anchor="ctr"/>
          <a:lstStyle/>
          <a:p>
            <a:pPr marL="0" indent="0" algn="ctr">
              <a:buNone/>
            </a:pPr>
            <a:r>
              <a:rPr lang="en-US" dirty="0">
                <a:solidFill>
                  <a:srgbClr val="64748B"/>
                </a:solidFill>
                <a:latin typeface="Calibri" pitchFamily="34" charset="0"/>
                <a:ea typeface="Calibri" pitchFamily="34" charset="-122"/>
                <a:cs typeface="Calibri" pitchFamily="34" charset="-120"/>
              </a:rPr>
              <a:t>Name · Book · Fine</a:t>
            </a:r>
            <a:endParaRPr lang="en-US" dirty="0"/>
          </a:p>
        </p:txBody>
      </p:sp>
      <p:sp>
        <p:nvSpPr>
          <p:cNvPr id="27" name="Shape 21"/>
          <p:cNvSpPr/>
          <p:nvPr/>
        </p:nvSpPr>
        <p:spPr>
          <a:xfrm>
            <a:off x="4052164" y="2788920"/>
            <a:ext cx="502920" cy="502920"/>
          </a:xfrm>
          <a:prstGeom prst="ellipse">
            <a:avLst/>
          </a:prstGeom>
          <a:solidFill>
            <a:srgbClr val="FCF4F5"/>
          </a:solidFill>
          <a:ln w="15875">
            <a:solidFill>
              <a:srgbClr val="B23A48"/>
            </a:solidFill>
            <a:prstDash val="solid"/>
          </a:ln>
        </p:spPr>
      </p:sp>
      <p:pic>
        <p:nvPicPr>
          <p:cNvPr id="28" name="Image 4" descr="preencoded.png"/>
          <p:cNvPicPr>
            <a:picLocks noChangeAspect="1"/>
          </p:cNvPicPr>
          <p:nvPr/>
        </p:nvPicPr>
        <p:blipFill>
          <a:blip r:embed="rId6"/>
          <a:stretch>
            <a:fillRect/>
          </a:stretch>
        </p:blipFill>
        <p:spPr>
          <a:xfrm>
            <a:off x="4180180" y="2916936"/>
            <a:ext cx="246888" cy="246888"/>
          </a:xfrm>
          <a:prstGeom prst="rect">
            <a:avLst/>
          </a:prstGeom>
        </p:spPr>
      </p:pic>
      <p:sp>
        <p:nvSpPr>
          <p:cNvPr id="29" name="Shape 22"/>
          <p:cNvSpPr/>
          <p:nvPr/>
        </p:nvSpPr>
        <p:spPr>
          <a:xfrm>
            <a:off x="7846924" y="2788920"/>
            <a:ext cx="502920" cy="502920"/>
          </a:xfrm>
          <a:prstGeom prst="ellipse">
            <a:avLst/>
          </a:prstGeom>
          <a:solidFill>
            <a:srgbClr val="FCF4F5"/>
          </a:solidFill>
          <a:ln w="15875">
            <a:solidFill>
              <a:srgbClr val="B23A48"/>
            </a:solidFill>
            <a:prstDash val="solid"/>
          </a:ln>
        </p:spPr>
      </p:sp>
      <p:pic>
        <p:nvPicPr>
          <p:cNvPr id="30" name="Image 5" descr="preencoded.png"/>
          <p:cNvPicPr>
            <a:picLocks noChangeAspect="1"/>
          </p:cNvPicPr>
          <p:nvPr/>
        </p:nvPicPr>
        <p:blipFill>
          <a:blip r:embed="rId6"/>
          <a:stretch>
            <a:fillRect/>
          </a:stretch>
        </p:blipFill>
        <p:spPr>
          <a:xfrm>
            <a:off x="7974940" y="2916936"/>
            <a:ext cx="246888" cy="246888"/>
          </a:xfrm>
          <a:prstGeom prst="rect">
            <a:avLst/>
          </a:prstGeom>
        </p:spPr>
      </p:pic>
      <p:pic>
        <p:nvPicPr>
          <p:cNvPr id="32" name="Image 6" descr="preencoded.png"/>
          <p:cNvPicPr>
            <a:picLocks noChangeAspect="1"/>
          </p:cNvPicPr>
          <p:nvPr/>
        </p:nvPicPr>
        <p:blipFill>
          <a:blip r:embed="rId6"/>
          <a:stretch>
            <a:fillRect/>
          </a:stretch>
        </p:blipFill>
        <p:spPr>
          <a:xfrm>
            <a:off x="822960" y="5340096"/>
            <a:ext cx="292608" cy="292608"/>
          </a:xfrm>
          <a:prstGeom prst="rect">
            <a:avLst/>
          </a:prstGeom>
        </p:spPr>
      </p:pic>
      <p:sp>
        <p:nvSpPr>
          <p:cNvPr id="33" name="Text 24"/>
          <p:cNvSpPr/>
          <p:nvPr/>
        </p:nvSpPr>
        <p:spPr>
          <a:xfrm>
            <a:off x="1325880" y="5029200"/>
            <a:ext cx="10241280" cy="914400"/>
          </a:xfrm>
          <a:prstGeom prst="rect">
            <a:avLst/>
          </a:prstGeom>
          <a:noFill/>
          <a:ln/>
        </p:spPr>
        <p:txBody>
          <a:bodyPr wrap="square" lIns="91440" tIns="45720" rIns="91440" bIns="45720" rtlCol="0" anchor="ctr"/>
          <a:lstStyle/>
          <a:p>
            <a:pPr marL="0" indent="0" algn="l">
              <a:buNone/>
            </a:pPr>
            <a:r>
              <a:rPr lang="en-US" b="1" dirty="0">
                <a:solidFill>
                  <a:srgbClr val="B23A48"/>
                </a:solidFill>
                <a:latin typeface="Calibri" pitchFamily="34" charset="0"/>
                <a:ea typeface="Calibri" pitchFamily="34" charset="-122"/>
                <a:cs typeface="Calibri" pitchFamily="34" charset="-120"/>
              </a:rPr>
              <a:t>No connections between files.  </a:t>
            </a:r>
            <a:r>
              <a:rPr lang="en-US" dirty="0">
                <a:solidFill>
                  <a:srgbClr val="1E293B"/>
                </a:solidFill>
                <a:latin typeface="Calibri" pitchFamily="34" charset="0"/>
                <a:ea typeface="Calibri" pitchFamily="34" charset="-122"/>
                <a:cs typeface="Calibri" pitchFamily="34" charset="-120"/>
              </a:rPr>
              <a:t>The same student sits in all three — nothing keeps them in sync. This is exactly what a database fixes.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What Is a Database and a DBMS?</a:t>
            </a:r>
            <a:endParaRPr lang="en-US" sz="3200" dirty="0"/>
          </a:p>
        </p:txBody>
      </p:sp>
      <p:sp>
        <p:nvSpPr>
          <p:cNvPr id="4" name="Text 1"/>
          <p:cNvSpPr/>
          <p:nvPr/>
        </p:nvSpPr>
        <p:spPr>
          <a:xfrm>
            <a:off x="457200" y="1024128"/>
            <a:ext cx="10515600" cy="365760"/>
          </a:xfrm>
          <a:prstGeom prst="rect">
            <a:avLst/>
          </a:prstGeom>
          <a:noFill/>
          <a:ln/>
        </p:spPr>
        <p:txBody>
          <a:bodyPr wrap="square" rtlCol="0" anchor="ctr"/>
          <a:lstStyle/>
          <a:p>
            <a:pPr marL="0" indent="0" algn="l">
              <a:buNone/>
            </a:pPr>
            <a:endParaRPr lang="en-US" dirty="0"/>
          </a:p>
        </p:txBody>
      </p:sp>
      <p:sp>
        <p:nvSpPr>
          <p:cNvPr id="5" name="Text 2"/>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7</a:t>
            </a:r>
            <a:endParaRPr lang="en-US" sz="1100" dirty="0"/>
          </a:p>
        </p:txBody>
      </p:sp>
      <p:sp>
        <p:nvSpPr>
          <p:cNvPr id="6" name="Shape 3"/>
          <p:cNvSpPr/>
          <p:nvPr/>
        </p:nvSpPr>
        <p:spPr>
          <a:xfrm>
            <a:off x="502920" y="1810512"/>
            <a:ext cx="2834640" cy="2926080"/>
          </a:xfrm>
          <a:prstGeom prst="roundRect">
            <a:avLst>
              <a:gd name="adj" fmla="val 3871"/>
            </a:avLst>
          </a:prstGeom>
          <a:solidFill>
            <a:srgbClr val="FFFFFF"/>
          </a:solidFill>
          <a:ln w="15875">
            <a:solidFill>
              <a:srgbClr val="C7D6E8"/>
            </a:solidFill>
            <a:prstDash val="solid"/>
          </a:ln>
          <a:effectLst>
            <a:outerShdw blurRad="88900" dist="38100" dir="5400000" algn="bl" rotWithShape="0">
              <a:srgbClr val="9AA5B1">
                <a:alpha val="30000"/>
              </a:srgbClr>
            </a:outerShdw>
          </a:effectLst>
        </p:spPr>
      </p:sp>
      <p:sp>
        <p:nvSpPr>
          <p:cNvPr id="7" name="Shape 4"/>
          <p:cNvSpPr/>
          <p:nvPr/>
        </p:nvSpPr>
        <p:spPr>
          <a:xfrm>
            <a:off x="1577340" y="2039112"/>
            <a:ext cx="685800" cy="685800"/>
          </a:xfrm>
          <a:prstGeom prst="ellipse">
            <a:avLst/>
          </a:prstGeom>
          <a:solidFill>
            <a:srgbClr val="5B9BD5"/>
          </a:solidFill>
          <a:ln/>
        </p:spPr>
      </p:sp>
      <p:pic>
        <p:nvPicPr>
          <p:cNvPr id="8" name="Image 1" descr="preencoded.png"/>
          <p:cNvPicPr>
            <a:picLocks noChangeAspect="1"/>
          </p:cNvPicPr>
          <p:nvPr/>
        </p:nvPicPr>
        <p:blipFill>
          <a:blip r:embed="rId4"/>
          <a:stretch>
            <a:fillRect/>
          </a:stretch>
        </p:blipFill>
        <p:spPr>
          <a:xfrm>
            <a:off x="1751076" y="2212848"/>
            <a:ext cx="338328" cy="338328"/>
          </a:xfrm>
          <a:prstGeom prst="rect">
            <a:avLst/>
          </a:prstGeom>
        </p:spPr>
      </p:pic>
      <p:sp>
        <p:nvSpPr>
          <p:cNvPr id="9" name="Text 5"/>
          <p:cNvSpPr/>
          <p:nvPr/>
        </p:nvSpPr>
        <p:spPr>
          <a:xfrm>
            <a:off x="502920" y="2834640"/>
            <a:ext cx="2834640" cy="320040"/>
          </a:xfrm>
          <a:prstGeom prst="rect">
            <a:avLst/>
          </a:prstGeom>
          <a:noFill/>
          <a:ln/>
        </p:spPr>
        <p:txBody>
          <a:bodyPr wrap="square" rtlCol="0" anchor="ctr"/>
          <a:lstStyle/>
          <a:p>
            <a:pPr marL="0" indent="0" algn="ctr">
              <a:buNone/>
            </a:pPr>
            <a:r>
              <a:rPr lang="en-US" b="1" dirty="0">
                <a:solidFill>
                  <a:srgbClr val="1F4E79"/>
                </a:solidFill>
                <a:latin typeface="Calibri" pitchFamily="34" charset="0"/>
                <a:ea typeface="Calibri" pitchFamily="34" charset="-122"/>
                <a:cs typeface="Calibri" pitchFamily="34" charset="-120"/>
              </a:rPr>
              <a:t>USERS / APPS</a:t>
            </a:r>
            <a:endParaRPr lang="en-US" dirty="0"/>
          </a:p>
        </p:txBody>
      </p:sp>
      <p:sp>
        <p:nvSpPr>
          <p:cNvPr id="10" name="Text 6"/>
          <p:cNvSpPr/>
          <p:nvPr/>
        </p:nvSpPr>
        <p:spPr>
          <a:xfrm>
            <a:off x="594360" y="3182112"/>
            <a:ext cx="2651760" cy="960120"/>
          </a:xfrm>
          <a:prstGeom prst="rect">
            <a:avLst/>
          </a:prstGeom>
          <a:noFill/>
          <a:ln/>
        </p:spPr>
        <p:txBody>
          <a:bodyPr wrap="square" rtlCol="0" anchor="ctr"/>
          <a:lstStyle/>
          <a:p>
            <a:pPr marL="0" indent="0" algn="ctr">
              <a:lnSpc>
                <a:spcPct val="128000"/>
              </a:lnSpc>
              <a:buNone/>
            </a:pPr>
            <a:r>
              <a:rPr lang="en-US" dirty="0">
                <a:solidFill>
                  <a:srgbClr val="334155"/>
                </a:solidFill>
                <a:latin typeface="Calibri" pitchFamily="34" charset="0"/>
                <a:ea typeface="Calibri" pitchFamily="34" charset="-122"/>
                <a:cs typeface="Calibri" pitchFamily="34" charset="-120"/>
              </a:rPr>
              <a:t>Web &amp; mobile apps</a:t>
            </a:r>
            <a:endParaRPr lang="en-US" dirty="0"/>
          </a:p>
          <a:p>
            <a:pPr marL="0" indent="0" algn="ctr">
              <a:lnSpc>
                <a:spcPct val="128000"/>
              </a:lnSpc>
              <a:buNone/>
            </a:pPr>
            <a:r>
              <a:rPr lang="en-US" dirty="0">
                <a:solidFill>
                  <a:srgbClr val="334155"/>
                </a:solidFill>
                <a:latin typeface="Calibri" pitchFamily="34" charset="0"/>
                <a:ea typeface="Calibri" pitchFamily="34" charset="-122"/>
                <a:cs typeface="Calibri" pitchFamily="34" charset="-120"/>
              </a:rPr>
              <a:t>Data analysts (SQL)</a:t>
            </a:r>
            <a:endParaRPr lang="en-US" dirty="0"/>
          </a:p>
          <a:p>
            <a:pPr marL="0" indent="0" algn="ctr">
              <a:lnSpc>
                <a:spcPct val="128000"/>
              </a:lnSpc>
              <a:buNone/>
            </a:pPr>
            <a:r>
              <a:rPr lang="en-US" dirty="0">
                <a:solidFill>
                  <a:srgbClr val="334155"/>
                </a:solidFill>
                <a:latin typeface="Calibri" pitchFamily="34" charset="0"/>
                <a:ea typeface="Calibri" pitchFamily="34" charset="-122"/>
                <a:cs typeface="Calibri" pitchFamily="34" charset="-120"/>
              </a:rPr>
              <a:t>Microservices / APIs</a:t>
            </a:r>
            <a:endParaRPr lang="en-US" dirty="0"/>
          </a:p>
        </p:txBody>
      </p:sp>
      <p:sp>
        <p:nvSpPr>
          <p:cNvPr id="12" name="Shape 8"/>
          <p:cNvSpPr/>
          <p:nvPr/>
        </p:nvSpPr>
        <p:spPr>
          <a:xfrm>
            <a:off x="3977640" y="1554480"/>
            <a:ext cx="4206240" cy="3429000"/>
          </a:xfrm>
          <a:prstGeom prst="roundRect">
            <a:avLst>
              <a:gd name="adj" fmla="val 3733"/>
            </a:avLst>
          </a:prstGeom>
          <a:solidFill>
            <a:srgbClr val="1F4E79"/>
          </a:solidFill>
          <a:ln/>
          <a:effectLst>
            <a:outerShdw blurRad="127000" dist="50800" dir="5400000" algn="bl" rotWithShape="0">
              <a:srgbClr val="5A6B7E">
                <a:alpha val="45000"/>
              </a:srgbClr>
            </a:outerShdw>
          </a:effectLst>
        </p:spPr>
      </p:sp>
      <p:sp>
        <p:nvSpPr>
          <p:cNvPr id="13" name="Shape 9"/>
          <p:cNvSpPr/>
          <p:nvPr/>
        </p:nvSpPr>
        <p:spPr>
          <a:xfrm>
            <a:off x="5715000" y="1737360"/>
            <a:ext cx="731520" cy="731520"/>
          </a:xfrm>
          <a:prstGeom prst="ellipse">
            <a:avLst/>
          </a:prstGeom>
          <a:solidFill>
            <a:srgbClr val="F0A32E"/>
          </a:solidFill>
          <a:ln/>
        </p:spPr>
      </p:sp>
      <p:pic>
        <p:nvPicPr>
          <p:cNvPr id="14" name="Image 2" descr="preencoded.png"/>
          <p:cNvPicPr>
            <a:picLocks noChangeAspect="1"/>
          </p:cNvPicPr>
          <p:nvPr/>
        </p:nvPicPr>
        <p:blipFill>
          <a:blip r:embed="rId5"/>
          <a:stretch>
            <a:fillRect/>
          </a:stretch>
        </p:blipFill>
        <p:spPr>
          <a:xfrm>
            <a:off x="5907024" y="1929384"/>
            <a:ext cx="347472" cy="347472"/>
          </a:xfrm>
          <a:prstGeom prst="rect">
            <a:avLst/>
          </a:prstGeom>
        </p:spPr>
      </p:pic>
      <p:sp>
        <p:nvSpPr>
          <p:cNvPr id="15" name="Text 10"/>
          <p:cNvSpPr/>
          <p:nvPr/>
        </p:nvSpPr>
        <p:spPr>
          <a:xfrm>
            <a:off x="3977640" y="2514600"/>
            <a:ext cx="4206240" cy="36576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DBMS</a:t>
            </a:r>
            <a:endParaRPr lang="en-US" dirty="0"/>
          </a:p>
        </p:txBody>
      </p:sp>
      <p:sp>
        <p:nvSpPr>
          <p:cNvPr id="16" name="Text 11"/>
          <p:cNvSpPr/>
          <p:nvPr/>
        </p:nvSpPr>
        <p:spPr>
          <a:xfrm>
            <a:off x="3977640" y="2926080"/>
            <a:ext cx="4206240" cy="274320"/>
          </a:xfrm>
          <a:prstGeom prst="rect">
            <a:avLst/>
          </a:prstGeom>
          <a:noFill/>
          <a:ln/>
        </p:spPr>
        <p:txBody>
          <a:bodyPr wrap="square" rtlCol="0" anchor="ctr"/>
          <a:lstStyle/>
          <a:p>
            <a:pPr marL="0" indent="0" algn="ctr">
              <a:buNone/>
            </a:pPr>
            <a:r>
              <a:rPr lang="en-US" i="1" dirty="0">
                <a:solidFill>
                  <a:srgbClr val="CADCFC"/>
                </a:solidFill>
                <a:latin typeface="Calibri" pitchFamily="34" charset="0"/>
                <a:ea typeface="Calibri" pitchFamily="34" charset="-122"/>
                <a:cs typeface="Calibri" pitchFamily="34" charset="-120"/>
              </a:rPr>
              <a:t>The engine that manages the data</a:t>
            </a:r>
            <a:endParaRPr lang="en-US" dirty="0"/>
          </a:p>
        </p:txBody>
      </p:sp>
      <p:sp>
        <p:nvSpPr>
          <p:cNvPr id="17" name="Shape 12"/>
          <p:cNvSpPr/>
          <p:nvPr/>
        </p:nvSpPr>
        <p:spPr>
          <a:xfrm>
            <a:off x="4160520" y="3310128"/>
            <a:ext cx="1828800" cy="457200"/>
          </a:xfrm>
          <a:prstGeom prst="roundRect">
            <a:avLst>
              <a:gd name="adj" fmla="val 18000"/>
            </a:avLst>
          </a:prstGeom>
          <a:solidFill>
            <a:srgbClr val="DCE7F5"/>
          </a:solidFill>
          <a:ln/>
        </p:spPr>
      </p:sp>
      <p:pic>
        <p:nvPicPr>
          <p:cNvPr id="18" name="Image 3" descr="preencoded.png"/>
          <p:cNvPicPr>
            <a:picLocks noChangeAspect="1"/>
          </p:cNvPicPr>
          <p:nvPr/>
        </p:nvPicPr>
        <p:blipFill>
          <a:blip r:embed="rId6"/>
          <a:stretch>
            <a:fillRect/>
          </a:stretch>
        </p:blipFill>
        <p:spPr>
          <a:xfrm>
            <a:off x="4306824" y="3438144"/>
            <a:ext cx="201168" cy="201168"/>
          </a:xfrm>
          <a:prstGeom prst="rect">
            <a:avLst/>
          </a:prstGeom>
        </p:spPr>
      </p:pic>
      <p:sp>
        <p:nvSpPr>
          <p:cNvPr id="19" name="Text 13"/>
          <p:cNvSpPr/>
          <p:nvPr/>
        </p:nvSpPr>
        <p:spPr>
          <a:xfrm>
            <a:off x="4581144" y="3310128"/>
            <a:ext cx="1371600" cy="457200"/>
          </a:xfrm>
          <a:prstGeom prst="rect">
            <a:avLst/>
          </a:prstGeom>
          <a:noFill/>
          <a:ln/>
        </p:spPr>
        <p:txBody>
          <a:bodyPr wrap="square" lIns="0" tIns="0" rIns="0" bIns="0"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Query processing</a:t>
            </a:r>
            <a:endParaRPr lang="en-US" dirty="0"/>
          </a:p>
        </p:txBody>
      </p:sp>
      <p:sp>
        <p:nvSpPr>
          <p:cNvPr id="20" name="Shape 14"/>
          <p:cNvSpPr/>
          <p:nvPr/>
        </p:nvSpPr>
        <p:spPr>
          <a:xfrm>
            <a:off x="6172200" y="3310128"/>
            <a:ext cx="1828800" cy="457200"/>
          </a:xfrm>
          <a:prstGeom prst="roundRect">
            <a:avLst>
              <a:gd name="adj" fmla="val 18000"/>
            </a:avLst>
          </a:prstGeom>
          <a:solidFill>
            <a:srgbClr val="DCE7F5"/>
          </a:solidFill>
          <a:ln/>
        </p:spPr>
      </p:sp>
      <p:pic>
        <p:nvPicPr>
          <p:cNvPr id="21" name="Image 4" descr="preencoded.png"/>
          <p:cNvPicPr>
            <a:picLocks noChangeAspect="1"/>
          </p:cNvPicPr>
          <p:nvPr/>
        </p:nvPicPr>
        <p:blipFill>
          <a:blip r:embed="rId7"/>
          <a:stretch>
            <a:fillRect/>
          </a:stretch>
        </p:blipFill>
        <p:spPr>
          <a:xfrm>
            <a:off x="6318504" y="3438144"/>
            <a:ext cx="201168" cy="201168"/>
          </a:xfrm>
          <a:prstGeom prst="rect">
            <a:avLst/>
          </a:prstGeom>
        </p:spPr>
      </p:pic>
      <p:sp>
        <p:nvSpPr>
          <p:cNvPr id="22" name="Text 15"/>
          <p:cNvSpPr/>
          <p:nvPr/>
        </p:nvSpPr>
        <p:spPr>
          <a:xfrm>
            <a:off x="6592824" y="3310128"/>
            <a:ext cx="1371600" cy="457200"/>
          </a:xfrm>
          <a:prstGeom prst="rect">
            <a:avLst/>
          </a:prstGeom>
          <a:noFill/>
          <a:ln/>
        </p:spPr>
        <p:txBody>
          <a:bodyPr wrap="square" lIns="0" tIns="0" rIns="0" bIns="0"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Security</a:t>
            </a:r>
            <a:endParaRPr lang="en-US" dirty="0"/>
          </a:p>
        </p:txBody>
      </p:sp>
      <p:sp>
        <p:nvSpPr>
          <p:cNvPr id="23" name="Shape 16"/>
          <p:cNvSpPr/>
          <p:nvPr/>
        </p:nvSpPr>
        <p:spPr>
          <a:xfrm>
            <a:off x="4160520" y="3877056"/>
            <a:ext cx="1828800" cy="457200"/>
          </a:xfrm>
          <a:prstGeom prst="roundRect">
            <a:avLst>
              <a:gd name="adj" fmla="val 18000"/>
            </a:avLst>
          </a:prstGeom>
          <a:solidFill>
            <a:srgbClr val="DCE7F5"/>
          </a:solidFill>
          <a:ln/>
        </p:spPr>
      </p:sp>
      <p:pic>
        <p:nvPicPr>
          <p:cNvPr id="24" name="Image 5" descr="preencoded.png"/>
          <p:cNvPicPr>
            <a:picLocks noChangeAspect="1"/>
          </p:cNvPicPr>
          <p:nvPr/>
        </p:nvPicPr>
        <p:blipFill>
          <a:blip r:embed="rId8"/>
          <a:stretch>
            <a:fillRect/>
          </a:stretch>
        </p:blipFill>
        <p:spPr>
          <a:xfrm>
            <a:off x="4306824" y="4005072"/>
            <a:ext cx="201168" cy="201168"/>
          </a:xfrm>
          <a:prstGeom prst="rect">
            <a:avLst/>
          </a:prstGeom>
        </p:spPr>
      </p:pic>
      <p:sp>
        <p:nvSpPr>
          <p:cNvPr id="25" name="Text 17"/>
          <p:cNvSpPr/>
          <p:nvPr/>
        </p:nvSpPr>
        <p:spPr>
          <a:xfrm>
            <a:off x="4581144" y="3877056"/>
            <a:ext cx="1371600" cy="457200"/>
          </a:xfrm>
          <a:prstGeom prst="rect">
            <a:avLst/>
          </a:prstGeom>
          <a:noFill/>
          <a:ln/>
        </p:spPr>
        <p:txBody>
          <a:bodyPr wrap="square" lIns="0" tIns="0" rIns="0" bIns="0"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Integrity</a:t>
            </a:r>
            <a:endParaRPr lang="en-US" dirty="0"/>
          </a:p>
        </p:txBody>
      </p:sp>
      <p:sp>
        <p:nvSpPr>
          <p:cNvPr id="26" name="Shape 18"/>
          <p:cNvSpPr/>
          <p:nvPr/>
        </p:nvSpPr>
        <p:spPr>
          <a:xfrm>
            <a:off x="6172200" y="3877056"/>
            <a:ext cx="1828800" cy="457200"/>
          </a:xfrm>
          <a:prstGeom prst="roundRect">
            <a:avLst>
              <a:gd name="adj" fmla="val 18000"/>
            </a:avLst>
          </a:prstGeom>
          <a:solidFill>
            <a:srgbClr val="DCE7F5"/>
          </a:solidFill>
          <a:ln/>
        </p:spPr>
      </p:sp>
      <p:pic>
        <p:nvPicPr>
          <p:cNvPr id="27" name="Image 6" descr="preencoded.png"/>
          <p:cNvPicPr>
            <a:picLocks noChangeAspect="1"/>
          </p:cNvPicPr>
          <p:nvPr/>
        </p:nvPicPr>
        <p:blipFill>
          <a:blip r:embed="rId9"/>
          <a:stretch>
            <a:fillRect/>
          </a:stretch>
        </p:blipFill>
        <p:spPr>
          <a:xfrm>
            <a:off x="6318504" y="4005072"/>
            <a:ext cx="201168" cy="201168"/>
          </a:xfrm>
          <a:prstGeom prst="rect">
            <a:avLst/>
          </a:prstGeom>
        </p:spPr>
      </p:pic>
      <p:sp>
        <p:nvSpPr>
          <p:cNvPr id="28" name="Text 19"/>
          <p:cNvSpPr/>
          <p:nvPr/>
        </p:nvSpPr>
        <p:spPr>
          <a:xfrm>
            <a:off x="6592824" y="3877056"/>
            <a:ext cx="1371600" cy="457200"/>
          </a:xfrm>
          <a:prstGeom prst="rect">
            <a:avLst/>
          </a:prstGeom>
          <a:noFill/>
          <a:ln/>
        </p:spPr>
        <p:txBody>
          <a:bodyPr wrap="square" lIns="0" tIns="0" rIns="0" bIns="0"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Transactions</a:t>
            </a:r>
            <a:endParaRPr lang="en-US" dirty="0"/>
          </a:p>
        </p:txBody>
      </p:sp>
      <p:sp>
        <p:nvSpPr>
          <p:cNvPr id="29" name="Text 20"/>
          <p:cNvSpPr/>
          <p:nvPr/>
        </p:nvSpPr>
        <p:spPr>
          <a:xfrm>
            <a:off x="3977640" y="4538037"/>
            <a:ext cx="4206240" cy="320040"/>
          </a:xfrm>
          <a:prstGeom prst="rect">
            <a:avLst/>
          </a:prstGeom>
          <a:noFill/>
          <a:ln/>
        </p:spPr>
        <p:txBody>
          <a:bodyPr wrap="square" rtlCol="0" anchor="ctr"/>
          <a:lstStyle/>
          <a:p>
            <a:pPr marL="0" indent="0" algn="ctr">
              <a:buNone/>
            </a:pPr>
            <a:r>
              <a:rPr lang="en-US" b="1" dirty="0">
                <a:solidFill>
                  <a:srgbClr val="F0A32E"/>
                </a:solidFill>
                <a:latin typeface="Calibri" pitchFamily="34" charset="0"/>
                <a:ea typeface="Calibri" pitchFamily="34" charset="-122"/>
                <a:cs typeface="Calibri" pitchFamily="34" charset="-120"/>
              </a:rPr>
              <a:t>MySQL  ·  PostgreSQL  ·  Oracle  ·  MongoDB</a:t>
            </a:r>
            <a:endParaRPr lang="en-US" dirty="0"/>
          </a:p>
        </p:txBody>
      </p:sp>
      <p:sp>
        <p:nvSpPr>
          <p:cNvPr id="30" name="Shape 21"/>
          <p:cNvSpPr/>
          <p:nvPr/>
        </p:nvSpPr>
        <p:spPr>
          <a:xfrm>
            <a:off x="8851392" y="1810512"/>
            <a:ext cx="2834640" cy="2926080"/>
          </a:xfrm>
          <a:prstGeom prst="roundRect">
            <a:avLst>
              <a:gd name="adj" fmla="val 3871"/>
            </a:avLst>
          </a:prstGeom>
          <a:solidFill>
            <a:srgbClr val="FFFFFF"/>
          </a:solidFill>
          <a:ln w="15875">
            <a:solidFill>
              <a:srgbClr val="C7D6E8"/>
            </a:solidFill>
            <a:prstDash val="solid"/>
          </a:ln>
          <a:effectLst>
            <a:outerShdw blurRad="88900" dist="38100" dir="5400000" algn="bl" rotWithShape="0">
              <a:srgbClr val="9AA5B1">
                <a:alpha val="30000"/>
              </a:srgbClr>
            </a:outerShdw>
          </a:effectLst>
        </p:spPr>
      </p:sp>
      <p:sp>
        <p:nvSpPr>
          <p:cNvPr id="31" name="Shape 22"/>
          <p:cNvSpPr/>
          <p:nvPr/>
        </p:nvSpPr>
        <p:spPr>
          <a:xfrm>
            <a:off x="9925812" y="2039112"/>
            <a:ext cx="685800" cy="685800"/>
          </a:xfrm>
          <a:prstGeom prst="ellipse">
            <a:avLst/>
          </a:prstGeom>
          <a:solidFill>
            <a:srgbClr val="12385A"/>
          </a:solidFill>
          <a:ln/>
        </p:spPr>
      </p:sp>
      <p:pic>
        <p:nvPicPr>
          <p:cNvPr id="32" name="Image 7" descr="preencoded.png"/>
          <p:cNvPicPr>
            <a:picLocks noChangeAspect="1"/>
          </p:cNvPicPr>
          <p:nvPr/>
        </p:nvPicPr>
        <p:blipFill>
          <a:blip r:embed="rId10"/>
          <a:stretch>
            <a:fillRect/>
          </a:stretch>
        </p:blipFill>
        <p:spPr>
          <a:xfrm>
            <a:off x="10108692" y="2212848"/>
            <a:ext cx="320040" cy="320040"/>
          </a:xfrm>
          <a:prstGeom prst="rect">
            <a:avLst/>
          </a:prstGeom>
        </p:spPr>
      </p:pic>
      <p:sp>
        <p:nvSpPr>
          <p:cNvPr id="33" name="Text 23"/>
          <p:cNvSpPr/>
          <p:nvPr/>
        </p:nvSpPr>
        <p:spPr>
          <a:xfrm>
            <a:off x="8851392" y="2834640"/>
            <a:ext cx="2834640" cy="320040"/>
          </a:xfrm>
          <a:prstGeom prst="rect">
            <a:avLst/>
          </a:prstGeom>
          <a:noFill/>
          <a:ln/>
        </p:spPr>
        <p:txBody>
          <a:bodyPr wrap="square" rtlCol="0" anchor="ctr"/>
          <a:lstStyle/>
          <a:p>
            <a:pPr marL="0" indent="0" algn="ctr">
              <a:buNone/>
            </a:pPr>
            <a:r>
              <a:rPr lang="en-US" b="1" dirty="0">
                <a:solidFill>
                  <a:srgbClr val="1F4E79"/>
                </a:solidFill>
                <a:latin typeface="Calibri" pitchFamily="34" charset="0"/>
                <a:ea typeface="Calibri" pitchFamily="34" charset="-122"/>
                <a:cs typeface="Calibri" pitchFamily="34" charset="-120"/>
              </a:rPr>
              <a:t>DATABASE</a:t>
            </a:r>
            <a:endParaRPr lang="en-US" dirty="0"/>
          </a:p>
        </p:txBody>
      </p:sp>
      <p:sp>
        <p:nvSpPr>
          <p:cNvPr id="34" name="Text 24"/>
          <p:cNvSpPr/>
          <p:nvPr/>
        </p:nvSpPr>
        <p:spPr>
          <a:xfrm>
            <a:off x="8988552" y="3182112"/>
            <a:ext cx="2560320" cy="502920"/>
          </a:xfrm>
          <a:prstGeom prst="rect">
            <a:avLst/>
          </a:prstGeom>
          <a:noFill/>
          <a:ln/>
        </p:spPr>
        <p:txBody>
          <a:bodyPr wrap="square" rtlCol="0" anchor="ctr"/>
          <a:lstStyle/>
          <a:p>
            <a:pPr marL="0" indent="0" algn="ctr">
              <a:buNone/>
            </a:pPr>
            <a:r>
              <a:rPr lang="en-US" dirty="0">
                <a:solidFill>
                  <a:srgbClr val="334155"/>
                </a:solidFill>
                <a:latin typeface="Calibri" pitchFamily="34" charset="0"/>
                <a:ea typeface="Calibri" pitchFamily="34" charset="-122"/>
                <a:cs typeface="Calibri" pitchFamily="34" charset="-120"/>
              </a:rPr>
              <a:t>Related tables with keys &amp; rules</a:t>
            </a:r>
            <a:endParaRPr lang="en-US" dirty="0"/>
          </a:p>
        </p:txBody>
      </p:sp>
      <p:sp>
        <p:nvSpPr>
          <p:cNvPr id="35" name="Shape 25"/>
          <p:cNvSpPr/>
          <p:nvPr/>
        </p:nvSpPr>
        <p:spPr>
          <a:xfrm>
            <a:off x="9171432" y="3749040"/>
            <a:ext cx="2194560" cy="438912"/>
          </a:xfrm>
          <a:prstGeom prst="roundRect">
            <a:avLst>
              <a:gd name="adj" fmla="val 16667"/>
            </a:avLst>
          </a:prstGeom>
          <a:solidFill>
            <a:srgbClr val="EAF1FA"/>
          </a:solidFill>
          <a:ln/>
        </p:spPr>
      </p:sp>
      <p:sp>
        <p:nvSpPr>
          <p:cNvPr id="36" name="Text 26"/>
          <p:cNvSpPr/>
          <p:nvPr/>
        </p:nvSpPr>
        <p:spPr>
          <a:xfrm>
            <a:off x="9171432" y="3749040"/>
            <a:ext cx="2194560" cy="438912"/>
          </a:xfrm>
          <a:prstGeom prst="rect">
            <a:avLst/>
          </a:prstGeom>
          <a:noFill/>
          <a:ln/>
        </p:spPr>
        <p:txBody>
          <a:bodyPr wrap="square" rtlCol="0" anchor="ctr"/>
          <a:lstStyle/>
          <a:p>
            <a:pPr marL="0" indent="0" algn="ctr">
              <a:buNone/>
            </a:pPr>
            <a:r>
              <a:rPr lang="en-US" b="1" dirty="0">
                <a:solidFill>
                  <a:srgbClr val="1F4E79"/>
                </a:solidFill>
                <a:latin typeface="Calibri" pitchFamily="34" charset="0"/>
                <a:ea typeface="Calibri" pitchFamily="34" charset="-122"/>
                <a:cs typeface="Calibri" pitchFamily="34" charset="-120"/>
              </a:rPr>
              <a:t>structured, stored data</a:t>
            </a:r>
            <a:endParaRPr lang="en-US" dirty="0"/>
          </a:p>
        </p:txBody>
      </p:sp>
      <p:pic>
        <p:nvPicPr>
          <p:cNvPr id="38" name="Image 8" descr="preencoded.png"/>
          <p:cNvPicPr>
            <a:picLocks noChangeAspect="1"/>
          </p:cNvPicPr>
          <p:nvPr/>
        </p:nvPicPr>
        <p:blipFill>
          <a:blip r:embed="rId11"/>
          <a:stretch>
            <a:fillRect/>
          </a:stretch>
        </p:blipFill>
        <p:spPr>
          <a:xfrm>
            <a:off x="3493008" y="3063240"/>
            <a:ext cx="329184" cy="329184"/>
          </a:xfrm>
          <a:prstGeom prst="rect">
            <a:avLst/>
          </a:prstGeom>
        </p:spPr>
      </p:pic>
      <p:pic>
        <p:nvPicPr>
          <p:cNvPr id="39" name="Image 9" descr="preencoded.png"/>
          <p:cNvPicPr>
            <a:picLocks noChangeAspect="1"/>
          </p:cNvPicPr>
          <p:nvPr/>
        </p:nvPicPr>
        <p:blipFill>
          <a:blip r:embed="rId11"/>
          <a:stretch>
            <a:fillRect/>
          </a:stretch>
        </p:blipFill>
        <p:spPr>
          <a:xfrm>
            <a:off x="8348472" y="3063240"/>
            <a:ext cx="329184" cy="329184"/>
          </a:xfrm>
          <a:prstGeom prst="rect">
            <a:avLst/>
          </a:prstGeom>
        </p:spPr>
      </p:pic>
      <p:sp>
        <p:nvSpPr>
          <p:cNvPr id="41" name="Shape 29"/>
          <p:cNvSpPr/>
          <p:nvPr/>
        </p:nvSpPr>
        <p:spPr>
          <a:xfrm>
            <a:off x="777240" y="5468112"/>
            <a:ext cx="457200" cy="457200"/>
          </a:xfrm>
          <a:prstGeom prst="ellipse">
            <a:avLst/>
          </a:prstGeom>
          <a:solidFill>
            <a:srgbClr val="F0A32E"/>
          </a:solidFill>
          <a:ln/>
        </p:spPr>
      </p:sp>
      <p:pic>
        <p:nvPicPr>
          <p:cNvPr id="42" name="Image 10" descr="preencoded.png"/>
          <p:cNvPicPr>
            <a:picLocks noChangeAspect="1"/>
          </p:cNvPicPr>
          <p:nvPr/>
        </p:nvPicPr>
        <p:blipFill>
          <a:blip r:embed="rId12"/>
          <a:stretch>
            <a:fillRect/>
          </a:stretch>
        </p:blipFill>
        <p:spPr>
          <a:xfrm>
            <a:off x="896112" y="5586984"/>
            <a:ext cx="219456" cy="219456"/>
          </a:xfrm>
          <a:prstGeom prst="rect">
            <a:avLst/>
          </a:prstGeom>
        </p:spPr>
      </p:pic>
      <p:sp>
        <p:nvSpPr>
          <p:cNvPr id="43" name="Text 30"/>
          <p:cNvSpPr/>
          <p:nvPr/>
        </p:nvSpPr>
        <p:spPr>
          <a:xfrm>
            <a:off x="1417320" y="5230368"/>
            <a:ext cx="10058400" cy="932688"/>
          </a:xfrm>
          <a:prstGeom prst="rect">
            <a:avLst/>
          </a:prstGeom>
          <a:noFill/>
          <a:ln/>
        </p:spPr>
        <p:txBody>
          <a:bodyPr wrap="square" lIns="91440" tIns="45720" rIns="91440" bIns="45720" rtlCol="0" anchor="ctr"/>
          <a:lstStyle/>
          <a:p>
            <a:pPr marL="0" indent="0" algn="l">
              <a:buNone/>
            </a:pPr>
            <a:r>
              <a:rPr lang="en-US" b="1" dirty="0">
                <a:solidFill>
                  <a:schemeClr val="accent1"/>
                </a:solidFill>
                <a:latin typeface="Calibri"/>
                <a:ea typeface="Calibri"/>
                <a:cs typeface="Calibri"/>
              </a:rPr>
              <a:t>In the real world:  </a:t>
            </a:r>
            <a:r>
              <a:rPr lang="en-US" dirty="0">
                <a:solidFill>
                  <a:schemeClr val="accent1"/>
                </a:solidFill>
                <a:latin typeface="Calibri"/>
                <a:ea typeface="Calibri"/>
                <a:cs typeface="Calibri"/>
              </a:rPr>
              <a:t>a managed DBMS (PostgreSQL on Amazon Aurora, Oracle, MongoDB Atlas) runs the back end of Swiggy, Paytm &amp; college ERPs.</a:t>
            </a:r>
            <a:endParaRPr lang="en-US">
              <a:solidFill>
                <a:schemeClr val="accent1"/>
              </a:solidFill>
              <a:latin typeface="Calibri"/>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A Team Running on Files</a:t>
            </a:r>
            <a:endParaRPr lang="en-US" sz="3200" dirty="0"/>
          </a:p>
        </p:txBody>
      </p:sp>
      <p:sp>
        <p:nvSpPr>
          <p:cNvPr id="5" name="Text 2"/>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8</a:t>
            </a:r>
            <a:endParaRPr lang="en-US" sz="1100" dirty="0"/>
          </a:p>
        </p:txBody>
      </p:sp>
      <p:sp>
        <p:nvSpPr>
          <p:cNvPr id="6" name="Shape 3"/>
          <p:cNvSpPr/>
          <p:nvPr/>
        </p:nvSpPr>
        <p:spPr>
          <a:xfrm>
            <a:off x="457200" y="1600200"/>
            <a:ext cx="5486400" cy="3611880"/>
          </a:xfrm>
          <a:prstGeom prst="roundRect">
            <a:avLst>
              <a:gd name="adj" fmla="val 2532"/>
            </a:avLst>
          </a:prstGeom>
          <a:solidFill>
            <a:srgbClr val="F4F8FC"/>
          </a:solidFill>
          <a:ln w="12700">
            <a:solidFill>
              <a:srgbClr val="E1EAF4"/>
            </a:solidFill>
            <a:prstDash val="solid"/>
          </a:ln>
        </p:spPr>
      </p:sp>
      <p:sp>
        <p:nvSpPr>
          <p:cNvPr id="7" name="Shape 4"/>
          <p:cNvSpPr/>
          <p:nvPr/>
        </p:nvSpPr>
        <p:spPr>
          <a:xfrm>
            <a:off x="6245352" y="1600200"/>
            <a:ext cx="5486400" cy="3611880"/>
          </a:xfrm>
          <a:prstGeom prst="roundRect">
            <a:avLst>
              <a:gd name="adj" fmla="val 2532"/>
            </a:avLst>
          </a:prstGeom>
          <a:solidFill>
            <a:srgbClr val="FCF4F5"/>
          </a:solidFill>
          <a:ln w="12700">
            <a:solidFill>
              <a:srgbClr val="F1E0E2"/>
            </a:solidFill>
            <a:prstDash val="solid"/>
          </a:ln>
        </p:spPr>
      </p:sp>
      <p:sp>
        <p:nvSpPr>
          <p:cNvPr id="8" name="Shape 5"/>
          <p:cNvSpPr/>
          <p:nvPr/>
        </p:nvSpPr>
        <p:spPr>
          <a:xfrm>
            <a:off x="640080" y="1691640"/>
            <a:ext cx="5120640" cy="502920"/>
          </a:xfrm>
          <a:prstGeom prst="roundRect">
            <a:avLst>
              <a:gd name="adj" fmla="val 16364"/>
            </a:avLst>
          </a:prstGeom>
          <a:solidFill>
            <a:srgbClr val="1F4E79"/>
          </a:solidFill>
          <a:ln/>
        </p:spPr>
      </p:sp>
      <p:sp>
        <p:nvSpPr>
          <p:cNvPr id="9" name="Text 6"/>
          <p:cNvSpPr/>
          <p:nvPr/>
        </p:nvSpPr>
        <p:spPr>
          <a:xfrm>
            <a:off x="640080" y="1691640"/>
            <a:ext cx="512064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Files the team keeps</a:t>
            </a:r>
            <a:endParaRPr lang="en-US" sz="1600" dirty="0"/>
          </a:p>
        </p:txBody>
      </p:sp>
      <p:sp>
        <p:nvSpPr>
          <p:cNvPr id="10" name="Shape 7"/>
          <p:cNvSpPr/>
          <p:nvPr/>
        </p:nvSpPr>
        <p:spPr>
          <a:xfrm>
            <a:off x="6400800" y="1691640"/>
            <a:ext cx="5120640" cy="502920"/>
          </a:xfrm>
          <a:prstGeom prst="roundRect">
            <a:avLst>
              <a:gd name="adj" fmla="val 16364"/>
            </a:avLst>
          </a:prstGeom>
          <a:solidFill>
            <a:srgbClr val="B23A48"/>
          </a:solidFill>
          <a:ln/>
        </p:spPr>
      </p:sp>
      <p:sp>
        <p:nvSpPr>
          <p:cNvPr id="11" name="Text 8"/>
          <p:cNvSpPr/>
          <p:nvPr/>
        </p:nvSpPr>
        <p:spPr>
          <a:xfrm>
            <a:off x="6400800" y="1691640"/>
            <a:ext cx="512064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What goes wrong</a:t>
            </a:r>
            <a:endParaRPr lang="en-US" sz="1600" dirty="0"/>
          </a:p>
        </p:txBody>
      </p:sp>
      <p:sp>
        <p:nvSpPr>
          <p:cNvPr id="12" name="Shape 9"/>
          <p:cNvSpPr/>
          <p:nvPr/>
        </p:nvSpPr>
        <p:spPr>
          <a:xfrm>
            <a:off x="640080" y="2313432"/>
            <a:ext cx="5120640" cy="621792"/>
          </a:xfrm>
          <a:prstGeom prst="roundRect">
            <a:avLst>
              <a:gd name="adj" fmla="val 11765"/>
            </a:avLst>
          </a:prstGeom>
          <a:solidFill>
            <a:srgbClr val="FFFFFF"/>
          </a:solidFill>
          <a:ln w="12700">
            <a:solidFill>
              <a:srgbClr val="E6ECF3"/>
            </a:solidFill>
            <a:prstDash val="solid"/>
          </a:ln>
          <a:effectLst>
            <a:outerShdw blurRad="63500" dist="25400" dir="5400000" algn="bl" rotWithShape="0">
              <a:srgbClr val="B4BECC">
                <a:alpha val="28000"/>
              </a:srgbClr>
            </a:outerShdw>
          </a:effectLst>
        </p:spPr>
      </p:sp>
      <p:sp>
        <p:nvSpPr>
          <p:cNvPr id="13" name="Shape 10"/>
          <p:cNvSpPr/>
          <p:nvPr/>
        </p:nvSpPr>
        <p:spPr>
          <a:xfrm>
            <a:off x="786384" y="2423160"/>
            <a:ext cx="402336" cy="402336"/>
          </a:xfrm>
          <a:prstGeom prst="ellipse">
            <a:avLst/>
          </a:prstGeom>
          <a:solidFill>
            <a:srgbClr val="217346"/>
          </a:solidFill>
          <a:ln/>
        </p:spPr>
      </p:sp>
      <p:pic>
        <p:nvPicPr>
          <p:cNvPr id="14" name="Image 1" descr="preencoded.png"/>
          <p:cNvPicPr>
            <a:picLocks noChangeAspect="1"/>
          </p:cNvPicPr>
          <p:nvPr/>
        </p:nvPicPr>
        <p:blipFill>
          <a:blip r:embed="rId4"/>
          <a:stretch>
            <a:fillRect/>
          </a:stretch>
        </p:blipFill>
        <p:spPr>
          <a:xfrm>
            <a:off x="877824" y="2514600"/>
            <a:ext cx="219456" cy="219456"/>
          </a:xfrm>
          <a:prstGeom prst="rect">
            <a:avLst/>
          </a:prstGeom>
        </p:spPr>
      </p:pic>
      <p:sp>
        <p:nvSpPr>
          <p:cNvPr id="15" name="Text 11"/>
          <p:cNvSpPr/>
          <p:nvPr/>
        </p:nvSpPr>
        <p:spPr>
          <a:xfrm>
            <a:off x="1316736" y="2377440"/>
            <a:ext cx="4352544" cy="274320"/>
          </a:xfrm>
          <a:prstGeom prst="rect">
            <a:avLst/>
          </a:prstGeom>
          <a:noFill/>
          <a:ln/>
        </p:spPr>
        <p:txBody>
          <a:bodyPr wrap="square" lIns="0" tIns="0" rIns="0" bIns="0"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leads.xlsx</a:t>
            </a:r>
            <a:endParaRPr lang="en-US" sz="1600" dirty="0"/>
          </a:p>
        </p:txBody>
      </p:sp>
      <p:sp>
        <p:nvSpPr>
          <p:cNvPr id="16" name="Text 12"/>
          <p:cNvSpPr/>
          <p:nvPr/>
        </p:nvSpPr>
        <p:spPr>
          <a:xfrm>
            <a:off x="1316736" y="2633472"/>
            <a:ext cx="4352544" cy="256032"/>
          </a:xfrm>
          <a:prstGeom prst="rect">
            <a:avLst/>
          </a:prstGeom>
          <a:noFill/>
          <a:ln/>
        </p:spPr>
        <p:txBody>
          <a:bodyPr wrap="square" lIns="0" tIns="0" rIns="0" bIns="0" rtlCol="0" anchor="ctr"/>
          <a:lstStyle/>
          <a:p>
            <a:pPr marL="0" indent="0" algn="l">
              <a:buNone/>
            </a:pPr>
            <a:r>
              <a:rPr lang="en-US" sz="1600" dirty="0">
                <a:solidFill>
                  <a:srgbClr val="64748B"/>
                </a:solidFill>
                <a:latin typeface="Calibri" pitchFamily="34" charset="0"/>
                <a:ea typeface="Calibri" pitchFamily="34" charset="-122"/>
                <a:cs typeface="Calibri" pitchFamily="34" charset="-120"/>
              </a:rPr>
              <a:t>Sales contacts &amp; phone numbers</a:t>
            </a:r>
            <a:endParaRPr lang="en-US" sz="1600" dirty="0"/>
          </a:p>
        </p:txBody>
      </p:sp>
      <p:sp>
        <p:nvSpPr>
          <p:cNvPr id="17" name="Shape 13"/>
          <p:cNvSpPr/>
          <p:nvPr/>
        </p:nvSpPr>
        <p:spPr>
          <a:xfrm>
            <a:off x="640080" y="3044952"/>
            <a:ext cx="5120640" cy="621792"/>
          </a:xfrm>
          <a:prstGeom prst="roundRect">
            <a:avLst>
              <a:gd name="adj" fmla="val 11765"/>
            </a:avLst>
          </a:prstGeom>
          <a:solidFill>
            <a:srgbClr val="FFFFFF"/>
          </a:solidFill>
          <a:ln w="12700">
            <a:solidFill>
              <a:srgbClr val="E6ECF3"/>
            </a:solidFill>
            <a:prstDash val="solid"/>
          </a:ln>
          <a:effectLst>
            <a:outerShdw blurRad="63500" dist="25400" dir="5400000" algn="bl" rotWithShape="0">
              <a:srgbClr val="B4BECC">
                <a:alpha val="28000"/>
              </a:srgbClr>
            </a:outerShdw>
          </a:effectLst>
        </p:spPr>
      </p:sp>
      <p:sp>
        <p:nvSpPr>
          <p:cNvPr id="18" name="Shape 14"/>
          <p:cNvSpPr/>
          <p:nvPr/>
        </p:nvSpPr>
        <p:spPr>
          <a:xfrm>
            <a:off x="786384" y="3154680"/>
            <a:ext cx="402336" cy="402336"/>
          </a:xfrm>
          <a:prstGeom prst="ellipse">
            <a:avLst/>
          </a:prstGeom>
          <a:solidFill>
            <a:srgbClr val="0E7C86"/>
          </a:solidFill>
          <a:ln/>
        </p:spPr>
      </p:sp>
      <p:pic>
        <p:nvPicPr>
          <p:cNvPr id="19" name="Image 2" descr="preencoded.png"/>
          <p:cNvPicPr>
            <a:picLocks noChangeAspect="1"/>
          </p:cNvPicPr>
          <p:nvPr/>
        </p:nvPicPr>
        <p:blipFill>
          <a:blip r:embed="rId5"/>
          <a:stretch>
            <a:fillRect/>
          </a:stretch>
        </p:blipFill>
        <p:spPr>
          <a:xfrm>
            <a:off x="877824" y="3246120"/>
            <a:ext cx="219456" cy="219456"/>
          </a:xfrm>
          <a:prstGeom prst="rect">
            <a:avLst/>
          </a:prstGeom>
        </p:spPr>
      </p:pic>
      <p:sp>
        <p:nvSpPr>
          <p:cNvPr id="20" name="Text 15"/>
          <p:cNvSpPr/>
          <p:nvPr/>
        </p:nvSpPr>
        <p:spPr>
          <a:xfrm>
            <a:off x="1316736" y="3108960"/>
            <a:ext cx="4352544" cy="274320"/>
          </a:xfrm>
          <a:prstGeom prst="rect">
            <a:avLst/>
          </a:prstGeom>
          <a:noFill/>
          <a:ln/>
        </p:spPr>
        <p:txBody>
          <a:bodyPr wrap="square" lIns="0" tIns="0" rIns="0" bIns="0"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orders.csv</a:t>
            </a:r>
            <a:endParaRPr lang="en-US" sz="1600" dirty="0"/>
          </a:p>
        </p:txBody>
      </p:sp>
      <p:sp>
        <p:nvSpPr>
          <p:cNvPr id="21" name="Text 16"/>
          <p:cNvSpPr/>
          <p:nvPr/>
        </p:nvSpPr>
        <p:spPr>
          <a:xfrm>
            <a:off x="1316736" y="3364992"/>
            <a:ext cx="4352544" cy="256032"/>
          </a:xfrm>
          <a:prstGeom prst="rect">
            <a:avLst/>
          </a:prstGeom>
          <a:noFill/>
          <a:ln/>
        </p:spPr>
        <p:txBody>
          <a:bodyPr wrap="square" lIns="0" tIns="0" rIns="0" bIns="0" rtlCol="0" anchor="ctr"/>
          <a:lstStyle/>
          <a:p>
            <a:pPr marL="0" indent="0" algn="l">
              <a:buNone/>
            </a:pPr>
            <a:r>
              <a:rPr lang="en-US" sz="1600" dirty="0">
                <a:solidFill>
                  <a:srgbClr val="64748B"/>
                </a:solidFill>
                <a:latin typeface="Calibri" pitchFamily="34" charset="0"/>
                <a:ea typeface="Calibri" pitchFamily="34" charset="-122"/>
                <a:cs typeface="Calibri" pitchFamily="34" charset="-120"/>
              </a:rPr>
              <a:t>Daily export dumped from the app</a:t>
            </a:r>
            <a:endParaRPr lang="en-US" sz="1600" dirty="0"/>
          </a:p>
        </p:txBody>
      </p:sp>
      <p:sp>
        <p:nvSpPr>
          <p:cNvPr id="22" name="Shape 17"/>
          <p:cNvSpPr/>
          <p:nvPr/>
        </p:nvSpPr>
        <p:spPr>
          <a:xfrm>
            <a:off x="640080" y="3776472"/>
            <a:ext cx="5120640" cy="621792"/>
          </a:xfrm>
          <a:prstGeom prst="roundRect">
            <a:avLst>
              <a:gd name="adj" fmla="val 11765"/>
            </a:avLst>
          </a:prstGeom>
          <a:solidFill>
            <a:srgbClr val="FFFFFF"/>
          </a:solidFill>
          <a:ln w="12700">
            <a:solidFill>
              <a:srgbClr val="E6ECF3"/>
            </a:solidFill>
            <a:prstDash val="solid"/>
          </a:ln>
          <a:effectLst>
            <a:outerShdw blurRad="63500" dist="25400" dir="5400000" algn="bl" rotWithShape="0">
              <a:srgbClr val="B4BECC">
                <a:alpha val="28000"/>
              </a:srgbClr>
            </a:outerShdw>
          </a:effectLst>
        </p:spPr>
      </p:sp>
      <p:sp>
        <p:nvSpPr>
          <p:cNvPr id="23" name="Shape 18"/>
          <p:cNvSpPr/>
          <p:nvPr/>
        </p:nvSpPr>
        <p:spPr>
          <a:xfrm>
            <a:off x="786384" y="3886200"/>
            <a:ext cx="402336" cy="402336"/>
          </a:xfrm>
          <a:prstGeom prst="ellipse">
            <a:avLst/>
          </a:prstGeom>
          <a:solidFill>
            <a:srgbClr val="217346"/>
          </a:solidFill>
          <a:ln/>
        </p:spPr>
      </p:sp>
      <p:pic>
        <p:nvPicPr>
          <p:cNvPr id="24" name="Image 3" descr="preencoded.png"/>
          <p:cNvPicPr>
            <a:picLocks noChangeAspect="1"/>
          </p:cNvPicPr>
          <p:nvPr/>
        </p:nvPicPr>
        <p:blipFill>
          <a:blip r:embed="rId4"/>
          <a:stretch>
            <a:fillRect/>
          </a:stretch>
        </p:blipFill>
        <p:spPr>
          <a:xfrm>
            <a:off x="877824" y="3977640"/>
            <a:ext cx="219456" cy="219456"/>
          </a:xfrm>
          <a:prstGeom prst="rect">
            <a:avLst/>
          </a:prstGeom>
        </p:spPr>
      </p:pic>
      <p:sp>
        <p:nvSpPr>
          <p:cNvPr id="25" name="Text 19"/>
          <p:cNvSpPr/>
          <p:nvPr/>
        </p:nvSpPr>
        <p:spPr>
          <a:xfrm>
            <a:off x="1316736" y="3840480"/>
            <a:ext cx="4352544" cy="274320"/>
          </a:xfrm>
          <a:prstGeom prst="rect">
            <a:avLst/>
          </a:prstGeom>
          <a:noFill/>
          <a:ln/>
        </p:spPr>
        <p:txBody>
          <a:bodyPr wrap="square" lIns="0" tIns="0" rIns="0" bIns="0"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inventory.xlsx</a:t>
            </a:r>
            <a:endParaRPr lang="en-US" sz="1600" dirty="0"/>
          </a:p>
        </p:txBody>
      </p:sp>
      <p:sp>
        <p:nvSpPr>
          <p:cNvPr id="26" name="Text 20"/>
          <p:cNvSpPr/>
          <p:nvPr/>
        </p:nvSpPr>
        <p:spPr>
          <a:xfrm>
            <a:off x="1316736" y="4096512"/>
            <a:ext cx="4352544" cy="256032"/>
          </a:xfrm>
          <a:prstGeom prst="rect">
            <a:avLst/>
          </a:prstGeom>
          <a:noFill/>
          <a:ln/>
        </p:spPr>
        <p:txBody>
          <a:bodyPr wrap="square" lIns="0" tIns="0" rIns="0" bIns="0" rtlCol="0" anchor="ctr"/>
          <a:lstStyle/>
          <a:p>
            <a:pPr marL="0" indent="0" algn="l">
              <a:buNone/>
            </a:pPr>
            <a:r>
              <a:rPr lang="en-US" sz="1600" dirty="0">
                <a:solidFill>
                  <a:srgbClr val="64748B"/>
                </a:solidFill>
                <a:latin typeface="Calibri" pitchFamily="34" charset="0"/>
                <a:ea typeface="Calibri" pitchFamily="34" charset="-122"/>
                <a:cs typeface="Calibri" pitchFamily="34" charset="-120"/>
              </a:rPr>
              <a:t>Stock levels, edited by Ops team</a:t>
            </a:r>
            <a:endParaRPr lang="en-US" sz="1600" dirty="0"/>
          </a:p>
        </p:txBody>
      </p:sp>
      <p:sp>
        <p:nvSpPr>
          <p:cNvPr id="27" name="Shape 21"/>
          <p:cNvSpPr/>
          <p:nvPr/>
        </p:nvSpPr>
        <p:spPr>
          <a:xfrm>
            <a:off x="640080" y="4507992"/>
            <a:ext cx="5120640" cy="621792"/>
          </a:xfrm>
          <a:prstGeom prst="roundRect">
            <a:avLst>
              <a:gd name="adj" fmla="val 11765"/>
            </a:avLst>
          </a:prstGeom>
          <a:solidFill>
            <a:srgbClr val="FFFFFF"/>
          </a:solidFill>
          <a:ln w="12700">
            <a:solidFill>
              <a:srgbClr val="E6ECF3"/>
            </a:solidFill>
            <a:prstDash val="solid"/>
          </a:ln>
          <a:effectLst>
            <a:outerShdw blurRad="63500" dist="25400" dir="5400000" algn="bl" rotWithShape="0">
              <a:srgbClr val="B4BECC">
                <a:alpha val="28000"/>
              </a:srgbClr>
            </a:outerShdw>
          </a:effectLst>
        </p:spPr>
      </p:sp>
      <p:sp>
        <p:nvSpPr>
          <p:cNvPr id="28" name="Shape 22"/>
          <p:cNvSpPr/>
          <p:nvPr/>
        </p:nvSpPr>
        <p:spPr>
          <a:xfrm>
            <a:off x="786384" y="4617720"/>
            <a:ext cx="402336" cy="402336"/>
          </a:xfrm>
          <a:prstGeom prst="ellipse">
            <a:avLst/>
          </a:prstGeom>
          <a:solidFill>
            <a:srgbClr val="188038"/>
          </a:solidFill>
          <a:ln/>
        </p:spPr>
      </p:sp>
      <p:pic>
        <p:nvPicPr>
          <p:cNvPr id="29" name="Image 4" descr="preencoded.png"/>
          <p:cNvPicPr>
            <a:picLocks noChangeAspect="1"/>
          </p:cNvPicPr>
          <p:nvPr/>
        </p:nvPicPr>
        <p:blipFill>
          <a:blip r:embed="rId6"/>
          <a:stretch>
            <a:fillRect/>
          </a:stretch>
        </p:blipFill>
        <p:spPr>
          <a:xfrm>
            <a:off x="877824" y="4709160"/>
            <a:ext cx="219456" cy="219456"/>
          </a:xfrm>
          <a:prstGeom prst="rect">
            <a:avLst/>
          </a:prstGeom>
        </p:spPr>
      </p:pic>
      <p:sp>
        <p:nvSpPr>
          <p:cNvPr id="30" name="Text 23"/>
          <p:cNvSpPr/>
          <p:nvPr/>
        </p:nvSpPr>
        <p:spPr>
          <a:xfrm>
            <a:off x="1316736" y="4572000"/>
            <a:ext cx="4352544" cy="274320"/>
          </a:xfrm>
          <a:prstGeom prst="rect">
            <a:avLst/>
          </a:prstGeom>
          <a:noFill/>
          <a:ln/>
        </p:spPr>
        <p:txBody>
          <a:bodyPr wrap="square" lIns="0" tIns="0" rIns="0" bIns="0"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payments — Google Sheet</a:t>
            </a:r>
            <a:endParaRPr lang="en-US" sz="1600" dirty="0"/>
          </a:p>
        </p:txBody>
      </p:sp>
      <p:sp>
        <p:nvSpPr>
          <p:cNvPr id="31" name="Text 24"/>
          <p:cNvSpPr/>
          <p:nvPr/>
        </p:nvSpPr>
        <p:spPr>
          <a:xfrm>
            <a:off x="1316736" y="4828032"/>
            <a:ext cx="4352544" cy="256032"/>
          </a:xfrm>
          <a:prstGeom prst="rect">
            <a:avLst/>
          </a:prstGeom>
          <a:noFill/>
          <a:ln/>
        </p:spPr>
        <p:txBody>
          <a:bodyPr wrap="square" lIns="0" tIns="0" rIns="0" bIns="0" rtlCol="0" anchor="ctr"/>
          <a:lstStyle/>
          <a:p>
            <a:pPr marL="0" indent="0" algn="l">
              <a:buNone/>
            </a:pPr>
            <a:r>
              <a:rPr lang="en-US" sz="1600" dirty="0">
                <a:solidFill>
                  <a:srgbClr val="64748B"/>
                </a:solidFill>
                <a:latin typeface="Calibri" pitchFamily="34" charset="0"/>
                <a:ea typeface="Calibri" pitchFamily="34" charset="-122"/>
                <a:cs typeface="Calibri" pitchFamily="34" charset="-120"/>
              </a:rPr>
              <a:t>Fees &amp; dues tracked by Finance</a:t>
            </a:r>
            <a:endParaRPr lang="en-US" sz="1600" dirty="0"/>
          </a:p>
        </p:txBody>
      </p:sp>
      <p:sp>
        <p:nvSpPr>
          <p:cNvPr id="32" name="Shape 25"/>
          <p:cNvSpPr/>
          <p:nvPr/>
        </p:nvSpPr>
        <p:spPr>
          <a:xfrm>
            <a:off x="6400800" y="2313432"/>
            <a:ext cx="5120640" cy="621792"/>
          </a:xfrm>
          <a:prstGeom prst="roundRect">
            <a:avLst>
              <a:gd name="adj" fmla="val 11765"/>
            </a:avLst>
          </a:prstGeom>
          <a:solidFill>
            <a:srgbClr val="FFFFFF"/>
          </a:solidFill>
          <a:ln w="12700">
            <a:solidFill>
              <a:srgbClr val="E6ECF3"/>
            </a:solidFill>
            <a:prstDash val="solid"/>
          </a:ln>
          <a:effectLst>
            <a:outerShdw blurRad="63500" dist="25400" dir="5400000" algn="bl" rotWithShape="0">
              <a:srgbClr val="B4BECC">
                <a:alpha val="28000"/>
              </a:srgbClr>
            </a:outerShdw>
          </a:effectLst>
        </p:spPr>
      </p:sp>
      <p:sp>
        <p:nvSpPr>
          <p:cNvPr id="33" name="Shape 26"/>
          <p:cNvSpPr/>
          <p:nvPr/>
        </p:nvSpPr>
        <p:spPr>
          <a:xfrm>
            <a:off x="6547104" y="2423160"/>
            <a:ext cx="402336" cy="402336"/>
          </a:xfrm>
          <a:prstGeom prst="ellipse">
            <a:avLst/>
          </a:prstGeom>
          <a:solidFill>
            <a:srgbClr val="B23A48"/>
          </a:solidFill>
          <a:ln/>
        </p:spPr>
      </p:sp>
      <p:pic>
        <p:nvPicPr>
          <p:cNvPr id="34" name="Image 5" descr="preencoded.png"/>
          <p:cNvPicPr>
            <a:picLocks noChangeAspect="1"/>
          </p:cNvPicPr>
          <p:nvPr/>
        </p:nvPicPr>
        <p:blipFill>
          <a:blip r:embed="rId7"/>
          <a:stretch>
            <a:fillRect/>
          </a:stretch>
        </p:blipFill>
        <p:spPr>
          <a:xfrm>
            <a:off x="6638544" y="2514600"/>
            <a:ext cx="219456" cy="219456"/>
          </a:xfrm>
          <a:prstGeom prst="rect">
            <a:avLst/>
          </a:prstGeom>
        </p:spPr>
      </p:pic>
      <p:sp>
        <p:nvSpPr>
          <p:cNvPr id="35" name="Text 27"/>
          <p:cNvSpPr/>
          <p:nvPr/>
        </p:nvSpPr>
        <p:spPr>
          <a:xfrm>
            <a:off x="7077456" y="2377440"/>
            <a:ext cx="4352544" cy="274320"/>
          </a:xfrm>
          <a:prstGeom prst="rect">
            <a:avLst/>
          </a:prstGeom>
          <a:noFill/>
          <a:ln/>
        </p:spPr>
        <p:txBody>
          <a:bodyPr wrap="square" lIns="0" tIns="0" rIns="0" bIns="0"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Repeated data</a:t>
            </a:r>
            <a:endParaRPr lang="en-US" sz="1600" dirty="0"/>
          </a:p>
        </p:txBody>
      </p:sp>
      <p:sp>
        <p:nvSpPr>
          <p:cNvPr id="36" name="Text 28"/>
          <p:cNvSpPr/>
          <p:nvPr/>
        </p:nvSpPr>
        <p:spPr>
          <a:xfrm>
            <a:off x="7077456" y="2633472"/>
            <a:ext cx="4352544" cy="256032"/>
          </a:xfrm>
          <a:prstGeom prst="rect">
            <a:avLst/>
          </a:prstGeom>
          <a:noFill/>
          <a:ln/>
        </p:spPr>
        <p:txBody>
          <a:bodyPr wrap="square" lIns="0" tIns="0" rIns="0" bIns="0" rtlCol="0" anchor="ctr"/>
          <a:lstStyle/>
          <a:p>
            <a:pPr marL="0" indent="0" algn="l">
              <a:buNone/>
            </a:pPr>
            <a:r>
              <a:rPr lang="en-US" sz="1600" dirty="0">
                <a:solidFill>
                  <a:srgbClr val="64748B"/>
                </a:solidFill>
                <a:latin typeface="Calibri" pitchFamily="34" charset="0"/>
                <a:ea typeface="Calibri" pitchFamily="34" charset="-122"/>
                <a:cs typeface="Calibri" pitchFamily="34" charset="-120"/>
              </a:rPr>
              <a:t>Same customer copied across files</a:t>
            </a:r>
            <a:endParaRPr lang="en-US" sz="1600" dirty="0"/>
          </a:p>
        </p:txBody>
      </p:sp>
      <p:sp>
        <p:nvSpPr>
          <p:cNvPr id="37" name="Shape 29"/>
          <p:cNvSpPr/>
          <p:nvPr/>
        </p:nvSpPr>
        <p:spPr>
          <a:xfrm>
            <a:off x="6400800" y="3044952"/>
            <a:ext cx="5120640" cy="621792"/>
          </a:xfrm>
          <a:prstGeom prst="roundRect">
            <a:avLst>
              <a:gd name="adj" fmla="val 11765"/>
            </a:avLst>
          </a:prstGeom>
          <a:solidFill>
            <a:srgbClr val="FFFFFF"/>
          </a:solidFill>
          <a:ln w="12700">
            <a:solidFill>
              <a:srgbClr val="E6ECF3"/>
            </a:solidFill>
            <a:prstDash val="solid"/>
          </a:ln>
          <a:effectLst>
            <a:outerShdw blurRad="63500" dist="25400" dir="5400000" algn="bl" rotWithShape="0">
              <a:srgbClr val="B4BECC">
                <a:alpha val="28000"/>
              </a:srgbClr>
            </a:outerShdw>
          </a:effectLst>
        </p:spPr>
      </p:sp>
      <p:sp>
        <p:nvSpPr>
          <p:cNvPr id="38" name="Shape 30"/>
          <p:cNvSpPr/>
          <p:nvPr/>
        </p:nvSpPr>
        <p:spPr>
          <a:xfrm>
            <a:off x="6547104" y="3154680"/>
            <a:ext cx="402336" cy="402336"/>
          </a:xfrm>
          <a:prstGeom prst="ellipse">
            <a:avLst/>
          </a:prstGeom>
          <a:solidFill>
            <a:srgbClr val="B23A48"/>
          </a:solidFill>
          <a:ln/>
        </p:spPr>
      </p:sp>
      <p:pic>
        <p:nvPicPr>
          <p:cNvPr id="39" name="Image 6" descr="preencoded.png"/>
          <p:cNvPicPr>
            <a:picLocks noChangeAspect="1"/>
          </p:cNvPicPr>
          <p:nvPr/>
        </p:nvPicPr>
        <p:blipFill>
          <a:blip r:embed="rId8"/>
          <a:stretch>
            <a:fillRect/>
          </a:stretch>
        </p:blipFill>
        <p:spPr>
          <a:xfrm>
            <a:off x="6638544" y="3246120"/>
            <a:ext cx="219456" cy="219456"/>
          </a:xfrm>
          <a:prstGeom prst="rect">
            <a:avLst/>
          </a:prstGeom>
        </p:spPr>
      </p:pic>
      <p:sp>
        <p:nvSpPr>
          <p:cNvPr id="40" name="Text 31"/>
          <p:cNvSpPr/>
          <p:nvPr/>
        </p:nvSpPr>
        <p:spPr>
          <a:xfrm>
            <a:off x="7077456" y="3108960"/>
            <a:ext cx="4352544" cy="274320"/>
          </a:xfrm>
          <a:prstGeom prst="rect">
            <a:avLst/>
          </a:prstGeom>
          <a:noFill/>
          <a:ln/>
        </p:spPr>
        <p:txBody>
          <a:bodyPr wrap="square" lIns="0" tIns="0" rIns="0" bIns="0"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Stale &amp; inconsistent</a:t>
            </a:r>
            <a:endParaRPr lang="en-US" sz="1600" dirty="0"/>
          </a:p>
        </p:txBody>
      </p:sp>
      <p:sp>
        <p:nvSpPr>
          <p:cNvPr id="41" name="Text 32"/>
          <p:cNvSpPr/>
          <p:nvPr/>
        </p:nvSpPr>
        <p:spPr>
          <a:xfrm>
            <a:off x="7077456" y="3364992"/>
            <a:ext cx="4352544" cy="256032"/>
          </a:xfrm>
          <a:prstGeom prst="rect">
            <a:avLst/>
          </a:prstGeom>
          <a:noFill/>
          <a:ln/>
        </p:spPr>
        <p:txBody>
          <a:bodyPr wrap="square" lIns="0" tIns="0" rIns="0" bIns="0" rtlCol="0" anchor="ctr"/>
          <a:lstStyle/>
          <a:p>
            <a:pPr marL="0" indent="0" algn="l">
              <a:buNone/>
            </a:pPr>
            <a:r>
              <a:rPr lang="en-US" sz="1600" dirty="0">
                <a:solidFill>
                  <a:srgbClr val="64748B"/>
                </a:solidFill>
                <a:latin typeface="Calibri" pitchFamily="34" charset="0"/>
                <a:ea typeface="Calibri" pitchFamily="34" charset="-122"/>
                <a:cs typeface="Calibri" pitchFamily="34" charset="-120"/>
              </a:rPr>
              <a:t>One sheet updated, others go old</a:t>
            </a:r>
            <a:endParaRPr lang="en-US" sz="1600" dirty="0"/>
          </a:p>
        </p:txBody>
      </p:sp>
      <p:sp>
        <p:nvSpPr>
          <p:cNvPr id="42" name="Shape 33"/>
          <p:cNvSpPr/>
          <p:nvPr/>
        </p:nvSpPr>
        <p:spPr>
          <a:xfrm>
            <a:off x="6400800" y="3776472"/>
            <a:ext cx="5120640" cy="621792"/>
          </a:xfrm>
          <a:prstGeom prst="roundRect">
            <a:avLst>
              <a:gd name="adj" fmla="val 11765"/>
            </a:avLst>
          </a:prstGeom>
          <a:solidFill>
            <a:srgbClr val="FFFFFF"/>
          </a:solidFill>
          <a:ln w="12700">
            <a:solidFill>
              <a:srgbClr val="E6ECF3"/>
            </a:solidFill>
            <a:prstDash val="solid"/>
          </a:ln>
          <a:effectLst>
            <a:outerShdw blurRad="63500" dist="25400" dir="5400000" algn="bl" rotWithShape="0">
              <a:srgbClr val="B4BECC">
                <a:alpha val="28000"/>
              </a:srgbClr>
            </a:outerShdw>
          </a:effectLst>
        </p:spPr>
      </p:sp>
      <p:sp>
        <p:nvSpPr>
          <p:cNvPr id="43" name="Shape 34"/>
          <p:cNvSpPr/>
          <p:nvPr/>
        </p:nvSpPr>
        <p:spPr>
          <a:xfrm>
            <a:off x="6547104" y="3886200"/>
            <a:ext cx="402336" cy="402336"/>
          </a:xfrm>
          <a:prstGeom prst="ellipse">
            <a:avLst/>
          </a:prstGeom>
          <a:solidFill>
            <a:srgbClr val="B23A48"/>
          </a:solidFill>
          <a:ln/>
        </p:spPr>
      </p:sp>
      <p:pic>
        <p:nvPicPr>
          <p:cNvPr id="44" name="Image 7" descr="preencoded.png"/>
          <p:cNvPicPr>
            <a:picLocks noChangeAspect="1"/>
          </p:cNvPicPr>
          <p:nvPr/>
        </p:nvPicPr>
        <p:blipFill>
          <a:blip r:embed="rId9"/>
          <a:stretch>
            <a:fillRect/>
          </a:stretch>
        </p:blipFill>
        <p:spPr>
          <a:xfrm>
            <a:off x="6638544" y="3977640"/>
            <a:ext cx="219456" cy="219456"/>
          </a:xfrm>
          <a:prstGeom prst="rect">
            <a:avLst/>
          </a:prstGeom>
        </p:spPr>
      </p:pic>
      <p:sp>
        <p:nvSpPr>
          <p:cNvPr id="45" name="Text 35"/>
          <p:cNvSpPr/>
          <p:nvPr/>
        </p:nvSpPr>
        <p:spPr>
          <a:xfrm>
            <a:off x="7077456" y="3840480"/>
            <a:ext cx="4352544" cy="274320"/>
          </a:xfrm>
          <a:prstGeom prst="rect">
            <a:avLst/>
          </a:prstGeom>
          <a:noFill/>
          <a:ln/>
        </p:spPr>
        <p:txBody>
          <a:bodyPr wrap="square" lIns="0" tIns="0" rIns="0" bIns="0"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Can't query across</a:t>
            </a:r>
            <a:endParaRPr lang="en-US" sz="1600" dirty="0"/>
          </a:p>
        </p:txBody>
      </p:sp>
      <p:sp>
        <p:nvSpPr>
          <p:cNvPr id="46" name="Text 36"/>
          <p:cNvSpPr/>
          <p:nvPr/>
        </p:nvSpPr>
        <p:spPr>
          <a:xfrm>
            <a:off x="7077456" y="4096512"/>
            <a:ext cx="4352544" cy="256032"/>
          </a:xfrm>
          <a:prstGeom prst="rect">
            <a:avLst/>
          </a:prstGeom>
          <a:noFill/>
          <a:ln/>
        </p:spPr>
        <p:txBody>
          <a:bodyPr wrap="square" lIns="0" tIns="0" rIns="0" bIns="0" rtlCol="0" anchor="ctr"/>
          <a:lstStyle/>
          <a:p>
            <a:pPr marL="0" indent="0" algn="l">
              <a:buNone/>
            </a:pPr>
            <a:r>
              <a:rPr lang="en-US" sz="1600" dirty="0">
                <a:solidFill>
                  <a:srgbClr val="64748B"/>
                </a:solidFill>
                <a:latin typeface="Calibri" pitchFamily="34" charset="0"/>
                <a:ea typeface="Calibri" pitchFamily="34" charset="-122"/>
                <a:cs typeface="Calibri" pitchFamily="34" charset="-120"/>
              </a:rPr>
              <a:t>'Unpaid + overdue' = manual VLOOKUP</a:t>
            </a:r>
            <a:endParaRPr lang="en-US" sz="1600" dirty="0"/>
          </a:p>
        </p:txBody>
      </p:sp>
      <p:sp>
        <p:nvSpPr>
          <p:cNvPr id="47" name="Shape 37"/>
          <p:cNvSpPr/>
          <p:nvPr/>
        </p:nvSpPr>
        <p:spPr>
          <a:xfrm>
            <a:off x="6400800" y="4507992"/>
            <a:ext cx="5120640" cy="621792"/>
          </a:xfrm>
          <a:prstGeom prst="roundRect">
            <a:avLst>
              <a:gd name="adj" fmla="val 11765"/>
            </a:avLst>
          </a:prstGeom>
          <a:solidFill>
            <a:srgbClr val="FFFFFF"/>
          </a:solidFill>
          <a:ln w="12700">
            <a:solidFill>
              <a:srgbClr val="E6ECF3"/>
            </a:solidFill>
            <a:prstDash val="solid"/>
          </a:ln>
          <a:effectLst>
            <a:outerShdw blurRad="63500" dist="25400" dir="5400000" algn="bl" rotWithShape="0">
              <a:srgbClr val="B4BECC">
                <a:alpha val="28000"/>
              </a:srgbClr>
            </a:outerShdw>
          </a:effectLst>
        </p:spPr>
      </p:sp>
      <p:sp>
        <p:nvSpPr>
          <p:cNvPr id="48" name="Shape 38"/>
          <p:cNvSpPr/>
          <p:nvPr/>
        </p:nvSpPr>
        <p:spPr>
          <a:xfrm>
            <a:off x="6547104" y="4617720"/>
            <a:ext cx="402336" cy="402336"/>
          </a:xfrm>
          <a:prstGeom prst="ellipse">
            <a:avLst/>
          </a:prstGeom>
          <a:solidFill>
            <a:srgbClr val="B23A48"/>
          </a:solidFill>
          <a:ln/>
        </p:spPr>
      </p:sp>
      <p:pic>
        <p:nvPicPr>
          <p:cNvPr id="49" name="Image 8" descr="preencoded.png"/>
          <p:cNvPicPr>
            <a:picLocks noChangeAspect="1"/>
          </p:cNvPicPr>
          <p:nvPr/>
        </p:nvPicPr>
        <p:blipFill>
          <a:blip r:embed="rId10"/>
          <a:stretch>
            <a:fillRect/>
          </a:stretch>
        </p:blipFill>
        <p:spPr>
          <a:xfrm>
            <a:off x="6638544" y="4709160"/>
            <a:ext cx="219456" cy="219456"/>
          </a:xfrm>
          <a:prstGeom prst="rect">
            <a:avLst/>
          </a:prstGeom>
        </p:spPr>
      </p:pic>
      <p:sp>
        <p:nvSpPr>
          <p:cNvPr id="50" name="Text 39"/>
          <p:cNvSpPr/>
          <p:nvPr/>
        </p:nvSpPr>
        <p:spPr>
          <a:xfrm>
            <a:off x="7077456" y="4572000"/>
            <a:ext cx="4352544" cy="274320"/>
          </a:xfrm>
          <a:prstGeom prst="rect">
            <a:avLst/>
          </a:prstGeom>
          <a:noFill/>
          <a:ln/>
        </p:spPr>
        <p:txBody>
          <a:bodyPr wrap="square" lIns="0" tIns="0" rIns="0" bIns="0"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Format &amp; access chaos</a:t>
            </a:r>
            <a:endParaRPr lang="en-US" sz="1600" dirty="0"/>
          </a:p>
        </p:txBody>
      </p:sp>
      <p:sp>
        <p:nvSpPr>
          <p:cNvPr id="51" name="Text 40"/>
          <p:cNvSpPr/>
          <p:nvPr/>
        </p:nvSpPr>
        <p:spPr>
          <a:xfrm>
            <a:off x="7077456" y="4828032"/>
            <a:ext cx="4352544" cy="256032"/>
          </a:xfrm>
          <a:prstGeom prst="rect">
            <a:avLst/>
          </a:prstGeom>
          <a:noFill/>
          <a:ln/>
        </p:spPr>
        <p:txBody>
          <a:bodyPr wrap="square" lIns="0" tIns="0" rIns="0" bIns="0" rtlCol="0" anchor="ctr"/>
          <a:lstStyle/>
          <a:p>
            <a:pPr marL="0" indent="0" algn="l">
              <a:buNone/>
            </a:pPr>
            <a:r>
              <a:rPr lang="en-US" sz="1600" dirty="0">
                <a:solidFill>
                  <a:srgbClr val="64748B"/>
                </a:solidFill>
                <a:latin typeface="Calibri" pitchFamily="34" charset="0"/>
                <a:ea typeface="Calibri" pitchFamily="34" charset="-122"/>
                <a:cs typeface="Calibri" pitchFamily="34" charset="-120"/>
              </a:rPr>
              <a:t>Different columns; files emailed around</a:t>
            </a:r>
            <a:endParaRPr lang="en-US" sz="1600" dirty="0"/>
          </a:p>
        </p:txBody>
      </p:sp>
      <p:sp>
        <p:nvSpPr>
          <p:cNvPr id="55" name="Text 43"/>
          <p:cNvSpPr/>
          <p:nvPr/>
        </p:nvSpPr>
        <p:spPr>
          <a:xfrm>
            <a:off x="1353312" y="5349240"/>
            <a:ext cx="10149840" cy="749808"/>
          </a:xfrm>
          <a:prstGeom prst="rect">
            <a:avLst/>
          </a:prstGeom>
          <a:noFill/>
          <a:ln/>
        </p:spPr>
        <p:txBody>
          <a:bodyPr wrap="square" lIns="91440" tIns="45720" rIns="91440" bIns="45720" rtlCol="0" anchor="ctr"/>
          <a:lstStyle/>
          <a:p>
            <a:pPr marL="0" indent="0" algn="l">
              <a:buNone/>
            </a:pPr>
            <a:endParaRPr lang="en-US" dirty="0">
              <a:solidFill>
                <a:srgbClr val="FFFFFF"/>
              </a:solidFill>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The 6 Classic Problems of File Systems</a:t>
            </a:r>
            <a:endParaRPr lang="en-US" sz="3200" dirty="0"/>
          </a:p>
        </p:txBody>
      </p:sp>
      <p:sp>
        <p:nvSpPr>
          <p:cNvPr id="4" name="Text 1"/>
          <p:cNvSpPr/>
          <p:nvPr/>
        </p:nvSpPr>
        <p:spPr>
          <a:xfrm>
            <a:off x="457200" y="1024128"/>
            <a:ext cx="10515600" cy="365760"/>
          </a:xfrm>
          <a:prstGeom prst="rect">
            <a:avLst/>
          </a:prstGeom>
          <a:noFill/>
          <a:ln/>
        </p:spPr>
        <p:txBody>
          <a:bodyPr wrap="square" rtlCol="0" anchor="ctr"/>
          <a:lstStyle/>
          <a:p>
            <a:pPr marL="0" indent="0" algn="l">
              <a:buNone/>
            </a:pPr>
            <a:endParaRPr lang="en-US" sz="1600" dirty="0"/>
          </a:p>
        </p:txBody>
      </p:sp>
      <p:sp>
        <p:nvSpPr>
          <p:cNvPr id="5" name="Text 2"/>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9</a:t>
            </a:r>
            <a:endParaRPr lang="en-US" sz="1100" dirty="0"/>
          </a:p>
        </p:txBody>
      </p:sp>
      <p:sp>
        <p:nvSpPr>
          <p:cNvPr id="6" name="Shape 3"/>
          <p:cNvSpPr/>
          <p:nvPr/>
        </p:nvSpPr>
        <p:spPr>
          <a:xfrm>
            <a:off x="640080" y="1691640"/>
            <a:ext cx="3529584" cy="1691640"/>
          </a:xfrm>
          <a:prstGeom prst="roundRect">
            <a:avLst>
              <a:gd name="adj" fmla="val 6486"/>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7" name="Shape 4"/>
          <p:cNvSpPr/>
          <p:nvPr/>
        </p:nvSpPr>
        <p:spPr>
          <a:xfrm>
            <a:off x="896112" y="1965960"/>
            <a:ext cx="658368" cy="658368"/>
          </a:xfrm>
          <a:prstGeom prst="ellipse">
            <a:avLst/>
          </a:prstGeom>
          <a:solidFill>
            <a:srgbClr val="B23A48"/>
          </a:solidFill>
          <a:ln/>
        </p:spPr>
      </p:sp>
      <p:pic>
        <p:nvPicPr>
          <p:cNvPr id="8" name="Image 1" descr="preencoded.png"/>
          <p:cNvPicPr>
            <a:picLocks noChangeAspect="1"/>
          </p:cNvPicPr>
          <p:nvPr/>
        </p:nvPicPr>
        <p:blipFill>
          <a:blip r:embed="rId4"/>
          <a:stretch>
            <a:fillRect/>
          </a:stretch>
        </p:blipFill>
        <p:spPr>
          <a:xfrm>
            <a:off x="1078992" y="2148840"/>
            <a:ext cx="292608" cy="292608"/>
          </a:xfrm>
          <a:prstGeom prst="rect">
            <a:avLst/>
          </a:prstGeom>
        </p:spPr>
      </p:pic>
      <p:sp>
        <p:nvSpPr>
          <p:cNvPr id="9" name="Text 5"/>
          <p:cNvSpPr/>
          <p:nvPr/>
        </p:nvSpPr>
        <p:spPr>
          <a:xfrm>
            <a:off x="1719072" y="1947672"/>
            <a:ext cx="2295144" cy="365760"/>
          </a:xfrm>
          <a:prstGeom prst="rect">
            <a:avLst/>
          </a:prstGeom>
          <a:noFill/>
          <a:ln/>
        </p:spPr>
        <p:txBody>
          <a:bodyPr wrap="square"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Redundancy</a:t>
            </a:r>
            <a:endParaRPr lang="en-US" sz="1600" dirty="0"/>
          </a:p>
        </p:txBody>
      </p:sp>
      <p:sp>
        <p:nvSpPr>
          <p:cNvPr id="11" name="Shape 7"/>
          <p:cNvSpPr/>
          <p:nvPr/>
        </p:nvSpPr>
        <p:spPr>
          <a:xfrm>
            <a:off x="896112" y="2862072"/>
            <a:ext cx="3017520" cy="384048"/>
          </a:xfrm>
          <a:prstGeom prst="roundRect">
            <a:avLst>
              <a:gd name="adj" fmla="val 19048"/>
            </a:avLst>
          </a:prstGeom>
          <a:solidFill>
            <a:srgbClr val="F4F8FC"/>
          </a:solidFill>
          <a:ln/>
        </p:spPr>
      </p:sp>
      <p:sp>
        <p:nvSpPr>
          <p:cNvPr id="12" name="Text 8"/>
          <p:cNvSpPr/>
          <p:nvPr/>
        </p:nvSpPr>
        <p:spPr>
          <a:xfrm>
            <a:off x="1024128" y="2862072"/>
            <a:ext cx="2889504" cy="384048"/>
          </a:xfrm>
          <a:prstGeom prst="rect">
            <a:avLst/>
          </a:prstGeom>
          <a:noFill/>
          <a:ln/>
        </p:spPr>
        <p:txBody>
          <a:bodyPr wrap="square" lIns="0" tIns="0" rIns="0" bIns="0" rtlCol="0" anchor="ctr"/>
          <a:lstStyle/>
          <a:p>
            <a:pPr marL="0" indent="0" algn="l">
              <a:buNone/>
            </a:pPr>
            <a:r>
              <a:rPr lang="en-US" sz="1600" i="1" dirty="0">
                <a:solidFill>
                  <a:srgbClr val="1F4E79"/>
                </a:solidFill>
                <a:latin typeface="Calibri" pitchFamily="34" charset="0"/>
                <a:ea typeface="Calibri" pitchFamily="34" charset="-122"/>
                <a:cs typeface="Calibri" pitchFamily="34" charset="-120"/>
              </a:rPr>
              <a:t>Like your address saved in 5 apps</a:t>
            </a:r>
            <a:endParaRPr lang="en-US" sz="1600" dirty="0"/>
          </a:p>
        </p:txBody>
      </p:sp>
      <p:sp>
        <p:nvSpPr>
          <p:cNvPr id="13" name="Shape 9"/>
          <p:cNvSpPr/>
          <p:nvPr/>
        </p:nvSpPr>
        <p:spPr>
          <a:xfrm>
            <a:off x="4425696" y="1691640"/>
            <a:ext cx="3529584" cy="1691640"/>
          </a:xfrm>
          <a:prstGeom prst="roundRect">
            <a:avLst>
              <a:gd name="adj" fmla="val 6486"/>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14" name="Shape 10"/>
          <p:cNvSpPr/>
          <p:nvPr/>
        </p:nvSpPr>
        <p:spPr>
          <a:xfrm>
            <a:off x="4681728" y="1965960"/>
            <a:ext cx="658368" cy="658368"/>
          </a:xfrm>
          <a:prstGeom prst="ellipse">
            <a:avLst/>
          </a:prstGeom>
          <a:solidFill>
            <a:srgbClr val="F0A32E"/>
          </a:solidFill>
          <a:ln/>
        </p:spPr>
      </p:sp>
      <p:pic>
        <p:nvPicPr>
          <p:cNvPr id="15" name="Image 2" descr="preencoded.png"/>
          <p:cNvPicPr>
            <a:picLocks noChangeAspect="1"/>
          </p:cNvPicPr>
          <p:nvPr/>
        </p:nvPicPr>
        <p:blipFill>
          <a:blip r:embed="rId5"/>
          <a:stretch>
            <a:fillRect/>
          </a:stretch>
        </p:blipFill>
        <p:spPr>
          <a:xfrm>
            <a:off x="4864608" y="2148840"/>
            <a:ext cx="292608" cy="292608"/>
          </a:xfrm>
          <a:prstGeom prst="rect">
            <a:avLst/>
          </a:prstGeom>
        </p:spPr>
      </p:pic>
      <p:sp>
        <p:nvSpPr>
          <p:cNvPr id="16" name="Text 11"/>
          <p:cNvSpPr/>
          <p:nvPr/>
        </p:nvSpPr>
        <p:spPr>
          <a:xfrm>
            <a:off x="5504688" y="1947672"/>
            <a:ext cx="2295144" cy="365760"/>
          </a:xfrm>
          <a:prstGeom prst="rect">
            <a:avLst/>
          </a:prstGeom>
          <a:noFill/>
          <a:ln/>
        </p:spPr>
        <p:txBody>
          <a:bodyPr wrap="square"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Inconsistency</a:t>
            </a:r>
            <a:endParaRPr lang="en-US" sz="1600" dirty="0"/>
          </a:p>
        </p:txBody>
      </p:sp>
      <p:sp>
        <p:nvSpPr>
          <p:cNvPr id="18" name="Shape 13"/>
          <p:cNvSpPr/>
          <p:nvPr/>
        </p:nvSpPr>
        <p:spPr>
          <a:xfrm>
            <a:off x="4681728" y="2862072"/>
            <a:ext cx="3017520" cy="384048"/>
          </a:xfrm>
          <a:prstGeom prst="roundRect">
            <a:avLst>
              <a:gd name="adj" fmla="val 19048"/>
            </a:avLst>
          </a:prstGeom>
          <a:solidFill>
            <a:srgbClr val="F4F8FC"/>
          </a:solidFill>
          <a:ln/>
        </p:spPr>
      </p:sp>
      <p:sp>
        <p:nvSpPr>
          <p:cNvPr id="19" name="Text 14"/>
          <p:cNvSpPr/>
          <p:nvPr/>
        </p:nvSpPr>
        <p:spPr>
          <a:xfrm>
            <a:off x="4809744" y="2862072"/>
            <a:ext cx="2889504" cy="384048"/>
          </a:xfrm>
          <a:prstGeom prst="rect">
            <a:avLst/>
          </a:prstGeom>
          <a:noFill/>
          <a:ln/>
        </p:spPr>
        <p:txBody>
          <a:bodyPr wrap="square" lIns="0" tIns="0" rIns="0" bIns="0" rtlCol="0" anchor="ctr"/>
          <a:lstStyle/>
          <a:p>
            <a:pPr marL="0" indent="0" algn="l">
              <a:buNone/>
            </a:pPr>
            <a:r>
              <a:rPr lang="en-US" sz="1600" i="1" dirty="0">
                <a:solidFill>
                  <a:srgbClr val="1F4E79"/>
                </a:solidFill>
                <a:latin typeface="Calibri" pitchFamily="34" charset="0"/>
                <a:ea typeface="Calibri" pitchFamily="34" charset="-122"/>
                <a:cs typeface="Calibri" pitchFamily="34" charset="-120"/>
              </a:rPr>
              <a:t>Swiggy has new address, bank has old</a:t>
            </a:r>
            <a:endParaRPr lang="en-US" sz="1600" dirty="0"/>
          </a:p>
        </p:txBody>
      </p:sp>
      <p:sp>
        <p:nvSpPr>
          <p:cNvPr id="20" name="Shape 15"/>
          <p:cNvSpPr/>
          <p:nvPr/>
        </p:nvSpPr>
        <p:spPr>
          <a:xfrm>
            <a:off x="8211312" y="1691640"/>
            <a:ext cx="3529584" cy="1691640"/>
          </a:xfrm>
          <a:prstGeom prst="roundRect">
            <a:avLst>
              <a:gd name="adj" fmla="val 6486"/>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21" name="Shape 16"/>
          <p:cNvSpPr/>
          <p:nvPr/>
        </p:nvSpPr>
        <p:spPr>
          <a:xfrm>
            <a:off x="8467344" y="1965960"/>
            <a:ext cx="658368" cy="658368"/>
          </a:xfrm>
          <a:prstGeom prst="ellipse">
            <a:avLst/>
          </a:prstGeom>
          <a:solidFill>
            <a:srgbClr val="2E75B6"/>
          </a:solidFill>
          <a:ln/>
        </p:spPr>
      </p:sp>
      <p:pic>
        <p:nvPicPr>
          <p:cNvPr id="22" name="Image 3" descr="preencoded.png"/>
          <p:cNvPicPr>
            <a:picLocks noChangeAspect="1"/>
          </p:cNvPicPr>
          <p:nvPr/>
        </p:nvPicPr>
        <p:blipFill>
          <a:blip r:embed="rId6"/>
          <a:stretch>
            <a:fillRect/>
          </a:stretch>
        </p:blipFill>
        <p:spPr>
          <a:xfrm>
            <a:off x="8650224" y="2148840"/>
            <a:ext cx="292608" cy="292608"/>
          </a:xfrm>
          <a:prstGeom prst="rect">
            <a:avLst/>
          </a:prstGeom>
        </p:spPr>
      </p:pic>
      <p:sp>
        <p:nvSpPr>
          <p:cNvPr id="23" name="Text 17"/>
          <p:cNvSpPr/>
          <p:nvPr/>
        </p:nvSpPr>
        <p:spPr>
          <a:xfrm>
            <a:off x="9290304" y="1947672"/>
            <a:ext cx="2295144" cy="365760"/>
          </a:xfrm>
          <a:prstGeom prst="rect">
            <a:avLst/>
          </a:prstGeom>
          <a:noFill/>
          <a:ln/>
        </p:spPr>
        <p:txBody>
          <a:bodyPr wrap="square"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Isolation</a:t>
            </a:r>
            <a:endParaRPr lang="en-US" sz="1600" dirty="0"/>
          </a:p>
        </p:txBody>
      </p:sp>
      <p:sp>
        <p:nvSpPr>
          <p:cNvPr id="25" name="Shape 19"/>
          <p:cNvSpPr/>
          <p:nvPr/>
        </p:nvSpPr>
        <p:spPr>
          <a:xfrm>
            <a:off x="8467344" y="2862072"/>
            <a:ext cx="3017520" cy="384048"/>
          </a:xfrm>
          <a:prstGeom prst="roundRect">
            <a:avLst>
              <a:gd name="adj" fmla="val 19048"/>
            </a:avLst>
          </a:prstGeom>
          <a:solidFill>
            <a:srgbClr val="F4F8FC"/>
          </a:solidFill>
          <a:ln/>
        </p:spPr>
      </p:sp>
      <p:sp>
        <p:nvSpPr>
          <p:cNvPr id="26" name="Text 20"/>
          <p:cNvSpPr/>
          <p:nvPr/>
        </p:nvSpPr>
        <p:spPr>
          <a:xfrm>
            <a:off x="8595360" y="2862072"/>
            <a:ext cx="2889504" cy="384048"/>
          </a:xfrm>
          <a:prstGeom prst="rect">
            <a:avLst/>
          </a:prstGeom>
          <a:noFill/>
          <a:ln/>
        </p:spPr>
        <p:txBody>
          <a:bodyPr wrap="square" lIns="0" tIns="0" rIns="0" bIns="0" rtlCol="0" anchor="ctr"/>
          <a:lstStyle/>
          <a:p>
            <a:pPr marL="0" indent="0" algn="l">
              <a:buNone/>
            </a:pPr>
            <a:r>
              <a:rPr lang="en-US" sz="1600" i="1" dirty="0">
                <a:solidFill>
                  <a:srgbClr val="1F4E79"/>
                </a:solidFill>
                <a:latin typeface="Calibri" pitchFamily="34" charset="0"/>
                <a:ea typeface="Calibri" pitchFamily="34" charset="-122"/>
                <a:cs typeface="Calibri" pitchFamily="34" charset="-120"/>
              </a:rPr>
              <a:t>Sales data can't see support data</a:t>
            </a:r>
            <a:endParaRPr lang="en-US" sz="1600" dirty="0"/>
          </a:p>
        </p:txBody>
      </p:sp>
      <p:sp>
        <p:nvSpPr>
          <p:cNvPr id="27" name="Shape 21"/>
          <p:cNvSpPr/>
          <p:nvPr/>
        </p:nvSpPr>
        <p:spPr>
          <a:xfrm>
            <a:off x="640080" y="3639312"/>
            <a:ext cx="3529584" cy="1691640"/>
          </a:xfrm>
          <a:prstGeom prst="roundRect">
            <a:avLst>
              <a:gd name="adj" fmla="val 6486"/>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28" name="Shape 22"/>
          <p:cNvSpPr/>
          <p:nvPr/>
        </p:nvSpPr>
        <p:spPr>
          <a:xfrm>
            <a:off x="896112" y="3913632"/>
            <a:ext cx="658368" cy="658368"/>
          </a:xfrm>
          <a:prstGeom prst="ellipse">
            <a:avLst/>
          </a:prstGeom>
          <a:solidFill>
            <a:srgbClr val="12385A"/>
          </a:solidFill>
          <a:ln/>
        </p:spPr>
      </p:sp>
      <p:pic>
        <p:nvPicPr>
          <p:cNvPr id="29" name="Image 4" descr="preencoded.png"/>
          <p:cNvPicPr>
            <a:picLocks noChangeAspect="1"/>
          </p:cNvPicPr>
          <p:nvPr/>
        </p:nvPicPr>
        <p:blipFill>
          <a:blip r:embed="rId7"/>
          <a:stretch>
            <a:fillRect/>
          </a:stretch>
        </p:blipFill>
        <p:spPr>
          <a:xfrm>
            <a:off x="1078992" y="4096512"/>
            <a:ext cx="292608" cy="292608"/>
          </a:xfrm>
          <a:prstGeom prst="rect">
            <a:avLst/>
          </a:prstGeom>
        </p:spPr>
      </p:pic>
      <p:sp>
        <p:nvSpPr>
          <p:cNvPr id="30" name="Text 23"/>
          <p:cNvSpPr/>
          <p:nvPr/>
        </p:nvSpPr>
        <p:spPr>
          <a:xfrm>
            <a:off x="1719072" y="3895344"/>
            <a:ext cx="2295144" cy="365760"/>
          </a:xfrm>
          <a:prstGeom prst="rect">
            <a:avLst/>
          </a:prstGeom>
          <a:noFill/>
          <a:ln/>
        </p:spPr>
        <p:txBody>
          <a:bodyPr wrap="square"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Weak Security</a:t>
            </a:r>
            <a:endParaRPr lang="en-US" sz="1600" dirty="0"/>
          </a:p>
        </p:txBody>
      </p:sp>
      <p:sp>
        <p:nvSpPr>
          <p:cNvPr id="32" name="Shape 25"/>
          <p:cNvSpPr/>
          <p:nvPr/>
        </p:nvSpPr>
        <p:spPr>
          <a:xfrm>
            <a:off x="896112" y="4809744"/>
            <a:ext cx="3017520" cy="384048"/>
          </a:xfrm>
          <a:prstGeom prst="roundRect">
            <a:avLst>
              <a:gd name="adj" fmla="val 19048"/>
            </a:avLst>
          </a:prstGeom>
          <a:solidFill>
            <a:srgbClr val="F4F8FC"/>
          </a:solidFill>
          <a:ln/>
        </p:spPr>
      </p:sp>
      <p:sp>
        <p:nvSpPr>
          <p:cNvPr id="33" name="Text 26"/>
          <p:cNvSpPr/>
          <p:nvPr/>
        </p:nvSpPr>
        <p:spPr>
          <a:xfrm>
            <a:off x="1024128" y="4809744"/>
            <a:ext cx="2889504" cy="384048"/>
          </a:xfrm>
          <a:prstGeom prst="rect">
            <a:avLst/>
          </a:prstGeom>
          <a:noFill/>
          <a:ln/>
        </p:spPr>
        <p:txBody>
          <a:bodyPr wrap="square" lIns="0" tIns="0" rIns="0" bIns="0" rtlCol="0" anchor="ctr"/>
          <a:lstStyle/>
          <a:p>
            <a:pPr marL="0" indent="0" algn="l">
              <a:buNone/>
            </a:pPr>
            <a:r>
              <a:rPr lang="en-US" sz="1600" i="1" dirty="0">
                <a:solidFill>
                  <a:srgbClr val="1F4E79"/>
                </a:solidFill>
                <a:latin typeface="Calibri" pitchFamily="34" charset="0"/>
                <a:ea typeface="Calibri" pitchFamily="34" charset="-122"/>
                <a:cs typeface="Calibri" pitchFamily="34" charset="-120"/>
              </a:rPr>
              <a:t>Everyone can open every file</a:t>
            </a:r>
            <a:endParaRPr lang="en-US" sz="1600" dirty="0"/>
          </a:p>
        </p:txBody>
      </p:sp>
      <p:sp>
        <p:nvSpPr>
          <p:cNvPr id="34" name="Shape 27"/>
          <p:cNvSpPr/>
          <p:nvPr/>
        </p:nvSpPr>
        <p:spPr>
          <a:xfrm>
            <a:off x="4425696" y="3639312"/>
            <a:ext cx="3529584" cy="1691640"/>
          </a:xfrm>
          <a:prstGeom prst="roundRect">
            <a:avLst>
              <a:gd name="adj" fmla="val 6486"/>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35" name="Shape 28"/>
          <p:cNvSpPr/>
          <p:nvPr/>
        </p:nvSpPr>
        <p:spPr>
          <a:xfrm>
            <a:off x="4681728" y="3913632"/>
            <a:ext cx="658368" cy="658368"/>
          </a:xfrm>
          <a:prstGeom prst="ellipse">
            <a:avLst/>
          </a:prstGeom>
          <a:solidFill>
            <a:srgbClr val="0E7C86"/>
          </a:solidFill>
          <a:ln/>
        </p:spPr>
      </p:sp>
      <p:pic>
        <p:nvPicPr>
          <p:cNvPr id="36" name="Image 5" descr="preencoded.png"/>
          <p:cNvPicPr>
            <a:picLocks noChangeAspect="1"/>
          </p:cNvPicPr>
          <p:nvPr/>
        </p:nvPicPr>
        <p:blipFill>
          <a:blip r:embed="rId8"/>
          <a:stretch>
            <a:fillRect/>
          </a:stretch>
        </p:blipFill>
        <p:spPr>
          <a:xfrm>
            <a:off x="4864608" y="4096512"/>
            <a:ext cx="292608" cy="292608"/>
          </a:xfrm>
          <a:prstGeom prst="rect">
            <a:avLst/>
          </a:prstGeom>
        </p:spPr>
      </p:pic>
      <p:sp>
        <p:nvSpPr>
          <p:cNvPr id="37" name="Text 29"/>
          <p:cNvSpPr/>
          <p:nvPr/>
        </p:nvSpPr>
        <p:spPr>
          <a:xfrm>
            <a:off x="5504688" y="3895344"/>
            <a:ext cx="2295144" cy="365760"/>
          </a:xfrm>
          <a:prstGeom prst="rect">
            <a:avLst/>
          </a:prstGeom>
          <a:noFill/>
          <a:ln/>
        </p:spPr>
        <p:txBody>
          <a:bodyPr wrap="square"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No Concurrency</a:t>
            </a:r>
            <a:endParaRPr lang="en-US" sz="1600" dirty="0"/>
          </a:p>
        </p:txBody>
      </p:sp>
      <p:sp>
        <p:nvSpPr>
          <p:cNvPr id="39" name="Shape 31"/>
          <p:cNvSpPr/>
          <p:nvPr/>
        </p:nvSpPr>
        <p:spPr>
          <a:xfrm>
            <a:off x="4681728" y="4809744"/>
            <a:ext cx="3017520" cy="384048"/>
          </a:xfrm>
          <a:prstGeom prst="roundRect">
            <a:avLst>
              <a:gd name="adj" fmla="val 19048"/>
            </a:avLst>
          </a:prstGeom>
          <a:solidFill>
            <a:srgbClr val="F4F8FC"/>
          </a:solidFill>
          <a:ln/>
        </p:spPr>
      </p:sp>
      <p:sp>
        <p:nvSpPr>
          <p:cNvPr id="40" name="Text 32"/>
          <p:cNvSpPr/>
          <p:nvPr/>
        </p:nvSpPr>
        <p:spPr>
          <a:xfrm>
            <a:off x="4809744" y="4809744"/>
            <a:ext cx="2889504" cy="384048"/>
          </a:xfrm>
          <a:prstGeom prst="rect">
            <a:avLst/>
          </a:prstGeom>
          <a:noFill/>
          <a:ln/>
        </p:spPr>
        <p:txBody>
          <a:bodyPr wrap="square" lIns="0" tIns="0" rIns="0" bIns="0" rtlCol="0" anchor="ctr"/>
          <a:lstStyle/>
          <a:p>
            <a:pPr marL="0" indent="0" algn="l">
              <a:buNone/>
            </a:pPr>
            <a:r>
              <a:rPr lang="en-US" sz="1600" i="1" dirty="0">
                <a:solidFill>
                  <a:srgbClr val="1F4E79"/>
                </a:solidFill>
                <a:latin typeface="Calibri" pitchFamily="34" charset="0"/>
                <a:ea typeface="Calibri" pitchFamily="34" charset="-122"/>
                <a:cs typeface="Calibri" pitchFamily="34" charset="-120"/>
              </a:rPr>
              <a:t>Two people buy the last ticket</a:t>
            </a:r>
            <a:endParaRPr lang="en-US" sz="1600" dirty="0"/>
          </a:p>
        </p:txBody>
      </p:sp>
      <p:sp>
        <p:nvSpPr>
          <p:cNvPr id="41" name="Shape 33"/>
          <p:cNvSpPr/>
          <p:nvPr/>
        </p:nvSpPr>
        <p:spPr>
          <a:xfrm>
            <a:off x="8211312" y="3639312"/>
            <a:ext cx="3529584" cy="1691640"/>
          </a:xfrm>
          <a:prstGeom prst="roundRect">
            <a:avLst>
              <a:gd name="adj" fmla="val 6486"/>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42" name="Shape 34"/>
          <p:cNvSpPr/>
          <p:nvPr/>
        </p:nvSpPr>
        <p:spPr>
          <a:xfrm>
            <a:off x="8467344" y="3913632"/>
            <a:ext cx="658368" cy="658368"/>
          </a:xfrm>
          <a:prstGeom prst="ellipse">
            <a:avLst/>
          </a:prstGeom>
          <a:solidFill>
            <a:srgbClr val="2E7D5B"/>
          </a:solidFill>
          <a:ln/>
        </p:spPr>
      </p:sp>
      <p:pic>
        <p:nvPicPr>
          <p:cNvPr id="43" name="Image 6" descr="preencoded.png"/>
          <p:cNvPicPr>
            <a:picLocks noChangeAspect="1"/>
          </p:cNvPicPr>
          <p:nvPr/>
        </p:nvPicPr>
        <p:blipFill>
          <a:blip r:embed="rId9"/>
          <a:stretch>
            <a:fillRect/>
          </a:stretch>
        </p:blipFill>
        <p:spPr>
          <a:xfrm>
            <a:off x="8650224" y="4096512"/>
            <a:ext cx="292608" cy="292608"/>
          </a:xfrm>
          <a:prstGeom prst="rect">
            <a:avLst/>
          </a:prstGeom>
        </p:spPr>
      </p:pic>
      <p:sp>
        <p:nvSpPr>
          <p:cNvPr id="44" name="Text 35"/>
          <p:cNvSpPr/>
          <p:nvPr/>
        </p:nvSpPr>
        <p:spPr>
          <a:xfrm>
            <a:off x="9290304" y="3895344"/>
            <a:ext cx="2295144" cy="365760"/>
          </a:xfrm>
          <a:prstGeom prst="rect">
            <a:avLst/>
          </a:prstGeom>
          <a:noFill/>
          <a:ln/>
        </p:spPr>
        <p:txBody>
          <a:bodyPr wrap="square"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Poor Recovery</a:t>
            </a:r>
            <a:endParaRPr lang="en-US" sz="1600" dirty="0"/>
          </a:p>
        </p:txBody>
      </p:sp>
      <p:sp>
        <p:nvSpPr>
          <p:cNvPr id="46" name="Shape 37"/>
          <p:cNvSpPr/>
          <p:nvPr/>
        </p:nvSpPr>
        <p:spPr>
          <a:xfrm>
            <a:off x="8467344" y="4809744"/>
            <a:ext cx="3017520" cy="384048"/>
          </a:xfrm>
          <a:prstGeom prst="roundRect">
            <a:avLst>
              <a:gd name="adj" fmla="val 19048"/>
            </a:avLst>
          </a:prstGeom>
          <a:solidFill>
            <a:srgbClr val="F4F8FC"/>
          </a:solidFill>
          <a:ln/>
        </p:spPr>
      </p:sp>
      <p:sp>
        <p:nvSpPr>
          <p:cNvPr id="47" name="Text 38"/>
          <p:cNvSpPr/>
          <p:nvPr/>
        </p:nvSpPr>
        <p:spPr>
          <a:xfrm>
            <a:off x="8595360" y="4809744"/>
            <a:ext cx="2889504" cy="384048"/>
          </a:xfrm>
          <a:prstGeom prst="rect">
            <a:avLst/>
          </a:prstGeom>
          <a:noFill/>
          <a:ln/>
        </p:spPr>
        <p:txBody>
          <a:bodyPr wrap="square" lIns="0" tIns="0" rIns="0" bIns="0" rtlCol="0" anchor="ctr"/>
          <a:lstStyle/>
          <a:p>
            <a:pPr marL="0" indent="0" algn="l">
              <a:buNone/>
            </a:pPr>
            <a:r>
              <a:rPr lang="en-US" sz="1600" i="1" dirty="0">
                <a:solidFill>
                  <a:srgbClr val="1F4E79"/>
                </a:solidFill>
                <a:latin typeface="Calibri" pitchFamily="34" charset="0"/>
                <a:ea typeface="Calibri" pitchFamily="34" charset="-122"/>
                <a:cs typeface="Calibri" pitchFamily="34" charset="-120"/>
              </a:rPr>
              <a:t>No 'undo' after a bad save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Deep Dive 1: Redundancy &amp; Inconsistency</a:t>
            </a:r>
            <a:endParaRPr lang="en-US" sz="3200" dirty="0"/>
          </a:p>
        </p:txBody>
      </p:sp>
      <p:sp>
        <p:nvSpPr>
          <p:cNvPr id="4" name="Text 1"/>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10</a:t>
            </a:r>
            <a:endParaRPr lang="en-US" sz="1100" dirty="0"/>
          </a:p>
        </p:txBody>
      </p:sp>
      <p:sp>
        <p:nvSpPr>
          <p:cNvPr id="5" name="Shape 2"/>
          <p:cNvSpPr/>
          <p:nvPr/>
        </p:nvSpPr>
        <p:spPr>
          <a:xfrm>
            <a:off x="640080" y="1188720"/>
            <a:ext cx="2499211" cy="384048"/>
          </a:xfrm>
          <a:prstGeom prst="roundRect">
            <a:avLst>
              <a:gd name="adj" fmla="val 50000"/>
            </a:avLst>
          </a:prstGeom>
          <a:solidFill>
            <a:srgbClr val="B23A48"/>
          </a:solidFill>
          <a:ln/>
        </p:spPr>
      </p:sp>
      <p:pic>
        <p:nvPicPr>
          <p:cNvPr id="6" name="Image 1" descr="preencoded.png"/>
          <p:cNvPicPr>
            <a:picLocks noChangeAspect="1"/>
          </p:cNvPicPr>
          <p:nvPr/>
        </p:nvPicPr>
        <p:blipFill>
          <a:blip r:embed="rId4"/>
          <a:stretch>
            <a:fillRect/>
          </a:stretch>
        </p:blipFill>
        <p:spPr>
          <a:xfrm>
            <a:off x="786384" y="1289304"/>
            <a:ext cx="182880" cy="182880"/>
          </a:xfrm>
          <a:prstGeom prst="rect">
            <a:avLst/>
          </a:prstGeom>
        </p:spPr>
      </p:pic>
      <p:sp>
        <p:nvSpPr>
          <p:cNvPr id="7" name="Text 3"/>
          <p:cNvSpPr/>
          <p:nvPr/>
        </p:nvSpPr>
        <p:spPr>
          <a:xfrm>
            <a:off x="1005840" y="1188720"/>
            <a:ext cx="2329341" cy="384048"/>
          </a:xfrm>
          <a:prstGeom prst="rect">
            <a:avLst/>
          </a:prstGeom>
          <a:noFill/>
          <a:ln/>
        </p:spPr>
        <p:txBody>
          <a:bodyPr wrap="square" lIns="0" tIns="0" rIns="0" bIns="0" rtlCol="0" anchor="ctr"/>
          <a:lstStyle/>
          <a:p>
            <a:pPr marL="0" indent="0" algn="l">
              <a:buNone/>
            </a:pPr>
            <a:r>
              <a:rPr lang="en-US" sz="1600" b="1" kern="0" spc="100" dirty="0">
                <a:solidFill>
                  <a:srgbClr val="FFFFFF"/>
                </a:solidFill>
                <a:latin typeface="Calibri" pitchFamily="34" charset="0"/>
                <a:ea typeface="Calibri" pitchFamily="34" charset="-122"/>
                <a:cs typeface="Calibri" pitchFamily="34" charset="-120"/>
              </a:rPr>
              <a:t>SPOT THE BUG</a:t>
            </a:r>
            <a:endParaRPr lang="en-US" sz="1600" dirty="0"/>
          </a:p>
        </p:txBody>
      </p:sp>
      <p:sp>
        <p:nvSpPr>
          <p:cNvPr id="9" name="Shape 5"/>
          <p:cNvSpPr/>
          <p:nvPr/>
        </p:nvSpPr>
        <p:spPr>
          <a:xfrm>
            <a:off x="822960" y="2331720"/>
            <a:ext cx="10561320" cy="548640"/>
          </a:xfrm>
          <a:prstGeom prst="roundRect">
            <a:avLst>
              <a:gd name="adj" fmla="val 10000"/>
            </a:avLst>
          </a:prstGeom>
          <a:solidFill>
            <a:srgbClr val="1F4E79"/>
          </a:solidFill>
          <a:ln/>
        </p:spPr>
      </p:sp>
      <p:sp>
        <p:nvSpPr>
          <p:cNvPr id="10" name="Text 6"/>
          <p:cNvSpPr/>
          <p:nvPr/>
        </p:nvSpPr>
        <p:spPr>
          <a:xfrm>
            <a:off x="960120" y="2331720"/>
            <a:ext cx="3657600" cy="54864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File</a:t>
            </a:r>
            <a:endParaRPr lang="en-US" sz="1600" dirty="0"/>
          </a:p>
        </p:txBody>
      </p:sp>
      <p:sp>
        <p:nvSpPr>
          <p:cNvPr id="11" name="Text 7"/>
          <p:cNvSpPr/>
          <p:nvPr/>
        </p:nvSpPr>
        <p:spPr>
          <a:xfrm>
            <a:off x="4800600" y="2331720"/>
            <a:ext cx="164592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Student ID</a:t>
            </a:r>
            <a:endParaRPr lang="en-US" sz="1600" dirty="0"/>
          </a:p>
        </p:txBody>
      </p:sp>
      <p:sp>
        <p:nvSpPr>
          <p:cNvPr id="12" name="Text 8"/>
          <p:cNvSpPr/>
          <p:nvPr/>
        </p:nvSpPr>
        <p:spPr>
          <a:xfrm>
            <a:off x="6629400" y="2331720"/>
            <a:ext cx="164592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Name</a:t>
            </a:r>
            <a:endParaRPr lang="en-US" sz="1600" dirty="0"/>
          </a:p>
        </p:txBody>
      </p:sp>
      <p:sp>
        <p:nvSpPr>
          <p:cNvPr id="13" name="Text 9"/>
          <p:cNvSpPr/>
          <p:nvPr/>
        </p:nvSpPr>
        <p:spPr>
          <a:xfrm>
            <a:off x="8458200" y="2331720"/>
            <a:ext cx="288036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Phone</a:t>
            </a:r>
            <a:endParaRPr lang="en-US" sz="1600" dirty="0"/>
          </a:p>
        </p:txBody>
      </p:sp>
      <p:sp>
        <p:nvSpPr>
          <p:cNvPr id="14" name="Shape 10"/>
          <p:cNvSpPr/>
          <p:nvPr/>
        </p:nvSpPr>
        <p:spPr>
          <a:xfrm>
            <a:off x="822960" y="2880360"/>
            <a:ext cx="10561320" cy="640080"/>
          </a:xfrm>
          <a:prstGeom prst="roundRect">
            <a:avLst>
              <a:gd name="adj" fmla="val 2857"/>
            </a:avLst>
          </a:prstGeom>
          <a:solidFill>
            <a:srgbClr val="FFFFFF"/>
          </a:solidFill>
          <a:ln w="9525">
            <a:solidFill>
              <a:srgbClr val="E3E8EF"/>
            </a:solidFill>
            <a:prstDash val="solid"/>
          </a:ln>
        </p:spPr>
      </p:sp>
      <p:sp>
        <p:nvSpPr>
          <p:cNvPr id="15" name="Text 11"/>
          <p:cNvSpPr/>
          <p:nvPr/>
        </p:nvSpPr>
        <p:spPr>
          <a:xfrm>
            <a:off x="960120" y="2880360"/>
            <a:ext cx="3657600" cy="640080"/>
          </a:xfrm>
          <a:prstGeom prst="rect">
            <a:avLst/>
          </a:prstGeom>
          <a:noFill/>
          <a:ln/>
        </p:spPr>
        <p:txBody>
          <a:bodyPr wrap="square" lIns="0" tIns="0" rIns="0" bIns="0" rtlCol="0" anchor="ctr"/>
          <a:lstStyle/>
          <a:p>
            <a:pPr marL="0" indent="0" algn="l">
              <a:buNone/>
            </a:pPr>
            <a:r>
              <a:rPr lang="en-US" sz="1600" dirty="0">
                <a:solidFill>
                  <a:srgbClr val="1F4E79"/>
                </a:solidFill>
                <a:latin typeface="Consolas" pitchFamily="34" charset="0"/>
                <a:ea typeface="Consolas" pitchFamily="34" charset="-122"/>
                <a:cs typeface="Consolas" pitchFamily="34" charset="-120"/>
              </a:rPr>
              <a:t>admission.xlsx</a:t>
            </a:r>
            <a:endParaRPr lang="en-US" sz="1600" dirty="0"/>
          </a:p>
        </p:txBody>
      </p:sp>
      <p:sp>
        <p:nvSpPr>
          <p:cNvPr id="16" name="Text 12"/>
          <p:cNvSpPr/>
          <p:nvPr/>
        </p:nvSpPr>
        <p:spPr>
          <a:xfrm>
            <a:off x="4800600" y="2880360"/>
            <a:ext cx="1645920" cy="640080"/>
          </a:xfrm>
          <a:prstGeom prst="rect">
            <a:avLst/>
          </a:prstGeom>
          <a:noFill/>
          <a:ln/>
        </p:spPr>
        <p:txBody>
          <a:bodyPr wrap="square" lIns="0" tIns="0" rIns="0" bIns="0" rtlCol="0" anchor="ctr"/>
          <a:lstStyle/>
          <a:p>
            <a:pPr marL="0" indent="0" algn="ctr">
              <a:buNone/>
            </a:pPr>
            <a:r>
              <a:rPr lang="en-US" sz="1600" dirty="0">
                <a:solidFill>
                  <a:srgbClr val="1E293B"/>
                </a:solidFill>
                <a:latin typeface="Consolas" pitchFamily="34" charset="0"/>
                <a:ea typeface="Consolas" pitchFamily="34" charset="-122"/>
                <a:cs typeface="Consolas" pitchFamily="34" charset="-120"/>
              </a:rPr>
              <a:t>S104</a:t>
            </a:r>
            <a:endParaRPr lang="en-US" sz="1600" dirty="0"/>
          </a:p>
        </p:txBody>
      </p:sp>
      <p:sp>
        <p:nvSpPr>
          <p:cNvPr id="17" name="Text 13"/>
          <p:cNvSpPr/>
          <p:nvPr/>
        </p:nvSpPr>
        <p:spPr>
          <a:xfrm>
            <a:off x="6629400" y="2880360"/>
            <a:ext cx="1645920" cy="640080"/>
          </a:xfrm>
          <a:prstGeom prst="rect">
            <a:avLst/>
          </a:prstGeom>
          <a:noFill/>
          <a:ln/>
        </p:spPr>
        <p:txBody>
          <a:bodyPr wrap="square" lIns="0" tIns="0" rIns="0" bIns="0" rtlCol="0" anchor="ctr"/>
          <a:lstStyle/>
          <a:p>
            <a:pPr marL="0" indent="0" algn="ctr">
              <a:buNone/>
            </a:pPr>
            <a:r>
              <a:rPr lang="en-US" sz="1600" dirty="0">
                <a:solidFill>
                  <a:srgbClr val="1E293B"/>
                </a:solidFill>
                <a:latin typeface="Calibri" pitchFamily="34" charset="0"/>
                <a:ea typeface="Calibri" pitchFamily="34" charset="-122"/>
                <a:cs typeface="Calibri" pitchFamily="34" charset="-120"/>
              </a:rPr>
              <a:t>Riya</a:t>
            </a:r>
            <a:endParaRPr lang="en-US" sz="1600" dirty="0"/>
          </a:p>
        </p:txBody>
      </p:sp>
      <p:sp>
        <p:nvSpPr>
          <p:cNvPr id="18" name="Text 14"/>
          <p:cNvSpPr/>
          <p:nvPr/>
        </p:nvSpPr>
        <p:spPr>
          <a:xfrm>
            <a:off x="8458200" y="2880360"/>
            <a:ext cx="2880360" cy="640080"/>
          </a:xfrm>
          <a:prstGeom prst="rect">
            <a:avLst/>
          </a:prstGeom>
          <a:noFill/>
          <a:ln/>
        </p:spPr>
        <p:txBody>
          <a:bodyPr wrap="square" lIns="0" tIns="0" rIns="0" bIns="0" rtlCol="0" anchor="ctr"/>
          <a:lstStyle/>
          <a:p>
            <a:pPr marL="0" indent="0" algn="ctr">
              <a:buNone/>
            </a:pPr>
            <a:r>
              <a:rPr lang="en-US" sz="1600" dirty="0">
                <a:solidFill>
                  <a:srgbClr val="1E293B"/>
                </a:solidFill>
                <a:latin typeface="Consolas" pitchFamily="34" charset="0"/>
                <a:ea typeface="Consolas" pitchFamily="34" charset="-122"/>
                <a:cs typeface="Consolas" pitchFamily="34" charset="-120"/>
              </a:rPr>
              <a:t>9876500001</a:t>
            </a:r>
            <a:endParaRPr lang="en-US" sz="1600" dirty="0"/>
          </a:p>
        </p:txBody>
      </p:sp>
      <p:sp>
        <p:nvSpPr>
          <p:cNvPr id="19" name="Shape 15"/>
          <p:cNvSpPr/>
          <p:nvPr/>
        </p:nvSpPr>
        <p:spPr>
          <a:xfrm>
            <a:off x="822960" y="3520440"/>
            <a:ext cx="10561320" cy="640080"/>
          </a:xfrm>
          <a:prstGeom prst="roundRect">
            <a:avLst>
              <a:gd name="adj" fmla="val 2857"/>
            </a:avLst>
          </a:prstGeom>
          <a:solidFill>
            <a:srgbClr val="F4F8FC"/>
          </a:solidFill>
          <a:ln w="9525">
            <a:solidFill>
              <a:srgbClr val="E3E8EF"/>
            </a:solidFill>
            <a:prstDash val="solid"/>
          </a:ln>
        </p:spPr>
      </p:sp>
      <p:sp>
        <p:nvSpPr>
          <p:cNvPr id="20" name="Text 16"/>
          <p:cNvSpPr/>
          <p:nvPr/>
        </p:nvSpPr>
        <p:spPr>
          <a:xfrm>
            <a:off x="960120" y="3520440"/>
            <a:ext cx="3657600" cy="640080"/>
          </a:xfrm>
          <a:prstGeom prst="rect">
            <a:avLst/>
          </a:prstGeom>
          <a:noFill/>
          <a:ln/>
        </p:spPr>
        <p:txBody>
          <a:bodyPr wrap="square" lIns="0" tIns="0" rIns="0" bIns="0" rtlCol="0" anchor="ctr"/>
          <a:lstStyle/>
          <a:p>
            <a:pPr marL="0" indent="0" algn="l">
              <a:buNone/>
            </a:pPr>
            <a:r>
              <a:rPr lang="en-US" sz="1600" dirty="0">
                <a:solidFill>
                  <a:srgbClr val="1F4E79"/>
                </a:solidFill>
                <a:latin typeface="Consolas" pitchFamily="34" charset="0"/>
                <a:ea typeface="Consolas" pitchFamily="34" charset="-122"/>
                <a:cs typeface="Consolas" pitchFamily="34" charset="-120"/>
              </a:rPr>
              <a:t>fee_status.xlsx</a:t>
            </a:r>
            <a:endParaRPr lang="en-US" sz="1600" dirty="0"/>
          </a:p>
        </p:txBody>
      </p:sp>
      <p:sp>
        <p:nvSpPr>
          <p:cNvPr id="21" name="Text 17"/>
          <p:cNvSpPr/>
          <p:nvPr/>
        </p:nvSpPr>
        <p:spPr>
          <a:xfrm>
            <a:off x="4800600" y="3520440"/>
            <a:ext cx="1645920" cy="640080"/>
          </a:xfrm>
          <a:prstGeom prst="rect">
            <a:avLst/>
          </a:prstGeom>
          <a:noFill/>
          <a:ln/>
        </p:spPr>
        <p:txBody>
          <a:bodyPr wrap="square" lIns="0" tIns="0" rIns="0" bIns="0" rtlCol="0" anchor="ctr"/>
          <a:lstStyle/>
          <a:p>
            <a:pPr marL="0" indent="0" algn="ctr">
              <a:buNone/>
            </a:pPr>
            <a:r>
              <a:rPr lang="en-US" sz="1600" dirty="0">
                <a:solidFill>
                  <a:srgbClr val="1E293B"/>
                </a:solidFill>
                <a:latin typeface="Consolas" pitchFamily="34" charset="0"/>
                <a:ea typeface="Consolas" pitchFamily="34" charset="-122"/>
                <a:cs typeface="Consolas" pitchFamily="34" charset="-120"/>
              </a:rPr>
              <a:t>S104</a:t>
            </a:r>
            <a:endParaRPr lang="en-US" sz="1600" dirty="0"/>
          </a:p>
        </p:txBody>
      </p:sp>
      <p:sp>
        <p:nvSpPr>
          <p:cNvPr id="22" name="Text 18"/>
          <p:cNvSpPr/>
          <p:nvPr/>
        </p:nvSpPr>
        <p:spPr>
          <a:xfrm>
            <a:off x="6629400" y="3520440"/>
            <a:ext cx="1645920" cy="640080"/>
          </a:xfrm>
          <a:prstGeom prst="rect">
            <a:avLst/>
          </a:prstGeom>
          <a:noFill/>
          <a:ln/>
        </p:spPr>
        <p:txBody>
          <a:bodyPr wrap="square" lIns="0" tIns="0" rIns="0" bIns="0" rtlCol="0" anchor="ctr"/>
          <a:lstStyle/>
          <a:p>
            <a:pPr marL="0" indent="0" algn="ctr">
              <a:buNone/>
            </a:pPr>
            <a:r>
              <a:rPr lang="en-US" sz="1600" dirty="0">
                <a:solidFill>
                  <a:srgbClr val="1E293B"/>
                </a:solidFill>
                <a:latin typeface="Calibri" pitchFamily="34" charset="0"/>
                <a:ea typeface="Calibri" pitchFamily="34" charset="-122"/>
                <a:cs typeface="Calibri" pitchFamily="34" charset="-120"/>
              </a:rPr>
              <a:t>Riya</a:t>
            </a:r>
            <a:endParaRPr lang="en-US" sz="1600" dirty="0"/>
          </a:p>
        </p:txBody>
      </p:sp>
      <p:sp>
        <p:nvSpPr>
          <p:cNvPr id="23" name="Text 19"/>
          <p:cNvSpPr/>
          <p:nvPr/>
        </p:nvSpPr>
        <p:spPr>
          <a:xfrm>
            <a:off x="8458200" y="3520440"/>
            <a:ext cx="2880360" cy="640080"/>
          </a:xfrm>
          <a:prstGeom prst="rect">
            <a:avLst/>
          </a:prstGeom>
          <a:noFill/>
          <a:ln/>
        </p:spPr>
        <p:txBody>
          <a:bodyPr wrap="square" lIns="0" tIns="0" rIns="0" bIns="0" rtlCol="0" anchor="ctr"/>
          <a:lstStyle/>
          <a:p>
            <a:pPr marL="0" indent="0" algn="ctr">
              <a:buNone/>
            </a:pPr>
            <a:r>
              <a:rPr lang="en-US" sz="1600" dirty="0">
                <a:solidFill>
                  <a:srgbClr val="1E293B"/>
                </a:solidFill>
                <a:latin typeface="Consolas" pitchFamily="34" charset="0"/>
                <a:ea typeface="Consolas" pitchFamily="34" charset="-122"/>
                <a:cs typeface="Consolas" pitchFamily="34" charset="-120"/>
              </a:rPr>
              <a:t>9876500001</a:t>
            </a:r>
            <a:endParaRPr lang="en-US" sz="1600" dirty="0"/>
          </a:p>
        </p:txBody>
      </p:sp>
      <p:sp>
        <p:nvSpPr>
          <p:cNvPr id="24" name="Shape 20"/>
          <p:cNvSpPr/>
          <p:nvPr/>
        </p:nvSpPr>
        <p:spPr>
          <a:xfrm>
            <a:off x="822960" y="4160520"/>
            <a:ext cx="10561320" cy="640080"/>
          </a:xfrm>
          <a:prstGeom prst="roundRect">
            <a:avLst>
              <a:gd name="adj" fmla="val 2857"/>
            </a:avLst>
          </a:prstGeom>
          <a:solidFill>
            <a:srgbClr val="FDECEE"/>
          </a:solidFill>
          <a:ln w="9525">
            <a:solidFill>
              <a:srgbClr val="E3E8EF"/>
            </a:solidFill>
            <a:prstDash val="solid"/>
          </a:ln>
        </p:spPr>
      </p:sp>
      <p:sp>
        <p:nvSpPr>
          <p:cNvPr id="25" name="Text 21"/>
          <p:cNvSpPr/>
          <p:nvPr/>
        </p:nvSpPr>
        <p:spPr>
          <a:xfrm>
            <a:off x="960120" y="4160520"/>
            <a:ext cx="3657600" cy="640080"/>
          </a:xfrm>
          <a:prstGeom prst="rect">
            <a:avLst/>
          </a:prstGeom>
          <a:noFill/>
          <a:ln/>
        </p:spPr>
        <p:txBody>
          <a:bodyPr wrap="square" lIns="0" tIns="0" rIns="0" bIns="0" rtlCol="0" anchor="ctr"/>
          <a:lstStyle/>
          <a:p>
            <a:pPr marL="0" indent="0" algn="l">
              <a:buNone/>
            </a:pPr>
            <a:r>
              <a:rPr lang="en-US" sz="1600" dirty="0">
                <a:solidFill>
                  <a:srgbClr val="1F4E79"/>
                </a:solidFill>
                <a:latin typeface="Consolas" pitchFamily="34" charset="0"/>
                <a:ea typeface="Consolas" pitchFamily="34" charset="-122"/>
                <a:cs typeface="Consolas" pitchFamily="34" charset="-120"/>
              </a:rPr>
              <a:t>library.csv</a:t>
            </a:r>
            <a:endParaRPr lang="en-US" sz="1600" dirty="0"/>
          </a:p>
        </p:txBody>
      </p:sp>
      <p:sp>
        <p:nvSpPr>
          <p:cNvPr id="26" name="Text 22"/>
          <p:cNvSpPr/>
          <p:nvPr/>
        </p:nvSpPr>
        <p:spPr>
          <a:xfrm>
            <a:off x="4800600" y="4160520"/>
            <a:ext cx="1645920" cy="640080"/>
          </a:xfrm>
          <a:prstGeom prst="rect">
            <a:avLst/>
          </a:prstGeom>
          <a:noFill/>
          <a:ln/>
        </p:spPr>
        <p:txBody>
          <a:bodyPr wrap="square" lIns="0" tIns="0" rIns="0" bIns="0" rtlCol="0" anchor="ctr"/>
          <a:lstStyle/>
          <a:p>
            <a:pPr marL="0" indent="0" algn="ctr">
              <a:buNone/>
            </a:pPr>
            <a:r>
              <a:rPr lang="en-US" sz="1600" dirty="0">
                <a:solidFill>
                  <a:srgbClr val="1E293B"/>
                </a:solidFill>
                <a:latin typeface="Consolas" pitchFamily="34" charset="0"/>
                <a:ea typeface="Consolas" pitchFamily="34" charset="-122"/>
                <a:cs typeface="Consolas" pitchFamily="34" charset="-120"/>
              </a:rPr>
              <a:t>S104</a:t>
            </a:r>
            <a:endParaRPr lang="en-US" sz="1600" dirty="0"/>
          </a:p>
        </p:txBody>
      </p:sp>
      <p:sp>
        <p:nvSpPr>
          <p:cNvPr id="27" name="Text 23"/>
          <p:cNvSpPr/>
          <p:nvPr/>
        </p:nvSpPr>
        <p:spPr>
          <a:xfrm>
            <a:off x="6629400" y="4160520"/>
            <a:ext cx="1645920" cy="640080"/>
          </a:xfrm>
          <a:prstGeom prst="rect">
            <a:avLst/>
          </a:prstGeom>
          <a:noFill/>
          <a:ln/>
        </p:spPr>
        <p:txBody>
          <a:bodyPr wrap="square" lIns="0" tIns="0" rIns="0" bIns="0" rtlCol="0" anchor="ctr"/>
          <a:lstStyle/>
          <a:p>
            <a:pPr marL="0" indent="0" algn="ctr">
              <a:buNone/>
            </a:pPr>
            <a:r>
              <a:rPr lang="en-US" sz="1600" dirty="0">
                <a:solidFill>
                  <a:srgbClr val="1E293B"/>
                </a:solidFill>
                <a:latin typeface="Calibri" pitchFamily="34" charset="0"/>
                <a:ea typeface="Calibri" pitchFamily="34" charset="-122"/>
                <a:cs typeface="Calibri" pitchFamily="34" charset="-120"/>
              </a:rPr>
              <a:t>Riya</a:t>
            </a:r>
            <a:endParaRPr lang="en-US" sz="1600" dirty="0"/>
          </a:p>
        </p:txBody>
      </p:sp>
      <p:sp>
        <p:nvSpPr>
          <p:cNvPr id="28" name="Text 24"/>
          <p:cNvSpPr/>
          <p:nvPr/>
        </p:nvSpPr>
        <p:spPr>
          <a:xfrm>
            <a:off x="8458200" y="4160520"/>
            <a:ext cx="2880360" cy="640080"/>
          </a:xfrm>
          <a:prstGeom prst="rect">
            <a:avLst/>
          </a:prstGeom>
          <a:noFill/>
          <a:ln/>
        </p:spPr>
        <p:txBody>
          <a:bodyPr wrap="square" lIns="0" tIns="0" rIns="0" bIns="0" rtlCol="0" anchor="ctr"/>
          <a:lstStyle/>
          <a:p>
            <a:pPr marL="0" indent="0" algn="ctr">
              <a:buNone/>
            </a:pPr>
            <a:r>
              <a:rPr lang="en-US" sz="1600" b="1" dirty="0">
                <a:solidFill>
                  <a:srgbClr val="B23A48"/>
                </a:solidFill>
                <a:latin typeface="Consolas" pitchFamily="34" charset="0"/>
                <a:ea typeface="Consolas" pitchFamily="34" charset="-122"/>
                <a:cs typeface="Consolas" pitchFamily="34" charset="-120"/>
              </a:rPr>
              <a:t>9876599999</a:t>
            </a:r>
            <a:endParaRPr lang="en-US" sz="1600" dirty="0"/>
          </a:p>
        </p:txBody>
      </p:sp>
      <p:sp>
        <p:nvSpPr>
          <p:cNvPr id="30" name="Shape 26"/>
          <p:cNvSpPr/>
          <p:nvPr/>
        </p:nvSpPr>
        <p:spPr>
          <a:xfrm>
            <a:off x="777240" y="5276088"/>
            <a:ext cx="457200" cy="457200"/>
          </a:xfrm>
          <a:prstGeom prst="ellipse">
            <a:avLst/>
          </a:prstGeom>
          <a:solidFill>
            <a:srgbClr val="B23A48"/>
          </a:solidFill>
          <a:ln/>
        </p:spPr>
      </p:sp>
      <p:pic>
        <p:nvPicPr>
          <p:cNvPr id="31" name="Image 2" descr="preencoded.png"/>
          <p:cNvPicPr>
            <a:picLocks noChangeAspect="1"/>
          </p:cNvPicPr>
          <p:nvPr/>
        </p:nvPicPr>
        <p:blipFill>
          <a:blip r:embed="rId4"/>
          <a:stretch>
            <a:fillRect/>
          </a:stretch>
        </p:blipFill>
        <p:spPr>
          <a:xfrm>
            <a:off x="877824" y="5385816"/>
            <a:ext cx="256032" cy="237744"/>
          </a:xfrm>
          <a:prstGeom prst="rect">
            <a:avLst/>
          </a:prstGeom>
        </p:spPr>
      </p:pic>
      <p:sp>
        <p:nvSpPr>
          <p:cNvPr id="32" name="Text 27"/>
          <p:cNvSpPr/>
          <p:nvPr/>
        </p:nvSpPr>
        <p:spPr>
          <a:xfrm>
            <a:off x="1417320" y="5001768"/>
            <a:ext cx="10058400" cy="1051560"/>
          </a:xfrm>
          <a:prstGeom prst="rect">
            <a:avLst/>
          </a:prstGeom>
          <a:noFill/>
          <a:ln/>
        </p:spPr>
        <p:txBody>
          <a:bodyPr wrap="square" lIns="91440" tIns="45720" rIns="91440" bIns="45720" rtlCol="0" anchor="ctr"/>
          <a:lstStyle/>
          <a:p>
            <a:pPr marL="0" indent="0" algn="l">
              <a:lnSpc>
                <a:spcPct val="105000"/>
              </a:lnSpc>
              <a:buNone/>
            </a:pPr>
            <a:r>
              <a:rPr lang="en-US" sz="1600" b="1">
                <a:solidFill>
                  <a:schemeClr val="accent1"/>
                </a:solidFill>
                <a:latin typeface="Calibri"/>
                <a:ea typeface="Calibri"/>
                <a:cs typeface="Calibri"/>
              </a:rPr>
              <a:t>Riya changed her phone — but only library.csv was updated.</a:t>
            </a:r>
            <a:r>
              <a:rPr lang="en-US" sz="1600" b="1" dirty="0">
                <a:solidFill>
                  <a:schemeClr val="accent1"/>
                </a:solidFill>
                <a:latin typeface="Calibri"/>
                <a:ea typeface="Calibri"/>
                <a:cs typeface="Calibri"/>
              </a:rPr>
              <a:t>
</a:t>
            </a:r>
            <a:endParaRPr lang="en-US" sz="1600">
              <a:solidFill>
                <a:schemeClr val="accent1"/>
              </a:solidFill>
              <a:latin typeface="Calibri"/>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Deep Dive 2: Isolation &amp; Difficult Access</a:t>
            </a:r>
            <a:endParaRPr lang="en-US" sz="3200" dirty="0"/>
          </a:p>
        </p:txBody>
      </p:sp>
      <p:sp>
        <p:nvSpPr>
          <p:cNvPr id="4" name="Text 1"/>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11</a:t>
            </a:r>
            <a:endParaRPr lang="en-US" sz="1100" dirty="0"/>
          </a:p>
        </p:txBody>
      </p:sp>
      <p:sp>
        <p:nvSpPr>
          <p:cNvPr id="5" name="Shape 2"/>
          <p:cNvSpPr/>
          <p:nvPr/>
        </p:nvSpPr>
        <p:spPr>
          <a:xfrm>
            <a:off x="640080" y="1188720"/>
            <a:ext cx="1170432" cy="384048"/>
          </a:xfrm>
          <a:prstGeom prst="roundRect">
            <a:avLst>
              <a:gd name="adj" fmla="val 50000"/>
            </a:avLst>
          </a:prstGeom>
          <a:solidFill>
            <a:srgbClr val="2E75B6"/>
          </a:solidFill>
          <a:ln/>
        </p:spPr>
      </p:sp>
      <p:pic>
        <p:nvPicPr>
          <p:cNvPr id="6" name="Image 1" descr="preencoded.png"/>
          <p:cNvPicPr>
            <a:picLocks noChangeAspect="1"/>
          </p:cNvPicPr>
          <p:nvPr/>
        </p:nvPicPr>
        <p:blipFill>
          <a:blip r:embed="rId4"/>
          <a:stretch>
            <a:fillRect/>
          </a:stretch>
        </p:blipFill>
        <p:spPr>
          <a:xfrm>
            <a:off x="786384" y="1289304"/>
            <a:ext cx="182880" cy="182880"/>
          </a:xfrm>
          <a:prstGeom prst="rect">
            <a:avLst/>
          </a:prstGeom>
        </p:spPr>
      </p:pic>
      <p:sp>
        <p:nvSpPr>
          <p:cNvPr id="7" name="Text 3"/>
          <p:cNvSpPr/>
          <p:nvPr/>
        </p:nvSpPr>
        <p:spPr>
          <a:xfrm>
            <a:off x="1005840" y="1188720"/>
            <a:ext cx="758952" cy="384048"/>
          </a:xfrm>
          <a:prstGeom prst="rect">
            <a:avLst/>
          </a:prstGeom>
          <a:noFill/>
          <a:ln/>
        </p:spPr>
        <p:txBody>
          <a:bodyPr wrap="square" lIns="0" tIns="0" rIns="0" bIns="0" rtlCol="0" anchor="ctr"/>
          <a:lstStyle/>
          <a:p>
            <a:pPr marL="0" indent="0" algn="l">
              <a:buNone/>
            </a:pPr>
            <a:r>
              <a:rPr lang="en-US" b="1" kern="0" spc="100" dirty="0">
                <a:solidFill>
                  <a:srgbClr val="FFFFFF"/>
                </a:solidFill>
                <a:latin typeface="Calibri" pitchFamily="34" charset="0"/>
                <a:ea typeface="Calibri" pitchFamily="34" charset="-122"/>
                <a:cs typeface="Calibri" pitchFamily="34" charset="-120"/>
              </a:rPr>
              <a:t>TRY IT</a:t>
            </a:r>
            <a:endParaRPr lang="en-US" dirty="0"/>
          </a:p>
        </p:txBody>
      </p:sp>
      <p:sp>
        <p:nvSpPr>
          <p:cNvPr id="9" name="Shape 5"/>
          <p:cNvSpPr/>
          <p:nvPr/>
        </p:nvSpPr>
        <p:spPr>
          <a:xfrm>
            <a:off x="822960" y="2377440"/>
            <a:ext cx="2743200" cy="1417320"/>
          </a:xfrm>
          <a:prstGeom prst="roundRect">
            <a:avLst>
              <a:gd name="adj" fmla="val 7742"/>
            </a:avLst>
          </a:prstGeom>
          <a:solidFill>
            <a:srgbClr val="FFFFFF"/>
          </a:solidFill>
          <a:ln w="15875">
            <a:solidFill>
              <a:srgbClr val="E3E8EF"/>
            </a:solidFill>
            <a:prstDash val="solid"/>
          </a:ln>
          <a:effectLst>
            <a:outerShdw blurRad="88900" dist="38100" dir="5400000" algn="bl" rotWithShape="0">
              <a:srgbClr val="9AA5B1">
                <a:alpha val="30000"/>
              </a:srgbClr>
            </a:outerShdw>
          </a:effectLst>
        </p:spPr>
      </p:sp>
      <p:sp>
        <p:nvSpPr>
          <p:cNvPr id="10" name="Shape 6"/>
          <p:cNvSpPr/>
          <p:nvPr/>
        </p:nvSpPr>
        <p:spPr>
          <a:xfrm>
            <a:off x="1097280" y="2743200"/>
            <a:ext cx="685800" cy="685800"/>
          </a:xfrm>
          <a:prstGeom prst="ellipse">
            <a:avLst/>
          </a:prstGeom>
          <a:solidFill>
            <a:srgbClr val="2E75B6"/>
          </a:solidFill>
          <a:ln/>
        </p:spPr>
      </p:sp>
      <p:pic>
        <p:nvPicPr>
          <p:cNvPr id="11" name="Image 2" descr="preencoded.png"/>
          <p:cNvPicPr>
            <a:picLocks noChangeAspect="1"/>
          </p:cNvPicPr>
          <p:nvPr/>
        </p:nvPicPr>
        <p:blipFill>
          <a:blip r:embed="rId5"/>
          <a:stretch>
            <a:fillRect/>
          </a:stretch>
        </p:blipFill>
        <p:spPr>
          <a:xfrm>
            <a:off x="1280160" y="2926080"/>
            <a:ext cx="320040" cy="320040"/>
          </a:xfrm>
          <a:prstGeom prst="rect">
            <a:avLst/>
          </a:prstGeom>
        </p:spPr>
      </p:pic>
      <p:sp>
        <p:nvSpPr>
          <p:cNvPr id="12" name="Text 7"/>
          <p:cNvSpPr/>
          <p:nvPr/>
        </p:nvSpPr>
        <p:spPr>
          <a:xfrm>
            <a:off x="1920240" y="2697480"/>
            <a:ext cx="1554480" cy="365760"/>
          </a:xfrm>
          <a:prstGeom prst="rect">
            <a:avLst/>
          </a:prstGeom>
          <a:noFill/>
          <a:ln/>
        </p:spPr>
        <p:txBody>
          <a:bodyPr wrap="square" rtlCol="0" anchor="ctr"/>
          <a:lstStyle/>
          <a:p>
            <a:pPr marL="0" indent="0" algn="l">
              <a:buNone/>
            </a:pPr>
            <a:r>
              <a:rPr lang="en-US" b="1" dirty="0">
                <a:solidFill>
                  <a:srgbClr val="1F4E79"/>
                </a:solidFill>
                <a:latin typeface="Consolas" pitchFamily="34" charset="0"/>
                <a:ea typeface="Consolas" pitchFamily="34" charset="-122"/>
                <a:cs typeface="Consolas" pitchFamily="34" charset="-120"/>
              </a:rPr>
              <a:t>hostel.docx</a:t>
            </a:r>
            <a:endParaRPr lang="en-US" dirty="0"/>
          </a:p>
        </p:txBody>
      </p:sp>
      <p:sp>
        <p:nvSpPr>
          <p:cNvPr id="13" name="Text 8"/>
          <p:cNvSpPr/>
          <p:nvPr/>
        </p:nvSpPr>
        <p:spPr>
          <a:xfrm>
            <a:off x="1920240" y="3108960"/>
            <a:ext cx="1554480" cy="365760"/>
          </a:xfrm>
          <a:prstGeom prst="rect">
            <a:avLst/>
          </a:prstGeom>
          <a:noFill/>
          <a:ln/>
        </p:spPr>
        <p:txBody>
          <a:bodyPr wrap="square" rtlCol="0" anchor="ctr"/>
          <a:lstStyle/>
          <a:p>
            <a:pPr marL="0" indent="0" algn="l">
              <a:buNone/>
            </a:pPr>
            <a:r>
              <a:rPr lang="en-US" dirty="0">
                <a:solidFill>
                  <a:srgbClr val="64748B"/>
                </a:solidFill>
                <a:latin typeface="Calibri" pitchFamily="34" charset="0"/>
                <a:ea typeface="Calibri" pitchFamily="34" charset="-122"/>
                <a:cs typeface="Calibri" pitchFamily="34" charset="-120"/>
              </a:rPr>
              <a:t>complaint remarks</a:t>
            </a:r>
            <a:endParaRPr lang="en-US" dirty="0"/>
          </a:p>
        </p:txBody>
      </p:sp>
      <p:sp>
        <p:nvSpPr>
          <p:cNvPr id="14" name="Shape 9"/>
          <p:cNvSpPr/>
          <p:nvPr/>
        </p:nvSpPr>
        <p:spPr>
          <a:xfrm>
            <a:off x="4023360" y="2377440"/>
            <a:ext cx="2743200" cy="1417320"/>
          </a:xfrm>
          <a:prstGeom prst="roundRect">
            <a:avLst>
              <a:gd name="adj" fmla="val 7742"/>
            </a:avLst>
          </a:prstGeom>
          <a:solidFill>
            <a:srgbClr val="FFFFFF"/>
          </a:solidFill>
          <a:ln w="15875">
            <a:solidFill>
              <a:srgbClr val="E3E8EF"/>
            </a:solidFill>
            <a:prstDash val="solid"/>
          </a:ln>
          <a:effectLst>
            <a:outerShdw blurRad="88900" dist="38100" dir="5400000" algn="bl" rotWithShape="0">
              <a:srgbClr val="9AA5B1">
                <a:alpha val="30000"/>
              </a:srgbClr>
            </a:outerShdw>
          </a:effectLst>
        </p:spPr>
      </p:sp>
      <p:sp>
        <p:nvSpPr>
          <p:cNvPr id="15" name="Shape 10"/>
          <p:cNvSpPr/>
          <p:nvPr/>
        </p:nvSpPr>
        <p:spPr>
          <a:xfrm>
            <a:off x="4297680" y="2743200"/>
            <a:ext cx="685800" cy="685800"/>
          </a:xfrm>
          <a:prstGeom prst="ellipse">
            <a:avLst/>
          </a:prstGeom>
          <a:solidFill>
            <a:srgbClr val="217346"/>
          </a:solidFill>
          <a:ln/>
        </p:spPr>
      </p:sp>
      <p:pic>
        <p:nvPicPr>
          <p:cNvPr id="16" name="Image 3" descr="preencoded.png"/>
          <p:cNvPicPr>
            <a:picLocks noChangeAspect="1"/>
          </p:cNvPicPr>
          <p:nvPr/>
        </p:nvPicPr>
        <p:blipFill>
          <a:blip r:embed="rId6"/>
          <a:stretch>
            <a:fillRect/>
          </a:stretch>
        </p:blipFill>
        <p:spPr>
          <a:xfrm>
            <a:off x="4480560" y="2926080"/>
            <a:ext cx="320040" cy="320040"/>
          </a:xfrm>
          <a:prstGeom prst="rect">
            <a:avLst/>
          </a:prstGeom>
        </p:spPr>
      </p:pic>
      <p:sp>
        <p:nvSpPr>
          <p:cNvPr id="17" name="Text 11"/>
          <p:cNvSpPr/>
          <p:nvPr/>
        </p:nvSpPr>
        <p:spPr>
          <a:xfrm>
            <a:off x="5120640" y="2697480"/>
            <a:ext cx="1554480" cy="365760"/>
          </a:xfrm>
          <a:prstGeom prst="rect">
            <a:avLst/>
          </a:prstGeom>
          <a:noFill/>
          <a:ln/>
        </p:spPr>
        <p:txBody>
          <a:bodyPr wrap="square" rtlCol="0" anchor="ctr"/>
          <a:lstStyle/>
          <a:p>
            <a:pPr marL="0" indent="0" algn="l">
              <a:buNone/>
            </a:pPr>
            <a:r>
              <a:rPr lang="en-US" b="1" dirty="0">
                <a:solidFill>
                  <a:srgbClr val="1F4E79"/>
                </a:solidFill>
                <a:latin typeface="Consolas" pitchFamily="34" charset="0"/>
                <a:ea typeface="Consolas" pitchFamily="34" charset="-122"/>
                <a:cs typeface="Consolas" pitchFamily="34" charset="-120"/>
              </a:rPr>
              <a:t>fees.xlsx</a:t>
            </a:r>
            <a:endParaRPr lang="en-US" dirty="0"/>
          </a:p>
        </p:txBody>
      </p:sp>
      <p:sp>
        <p:nvSpPr>
          <p:cNvPr id="18" name="Text 12"/>
          <p:cNvSpPr/>
          <p:nvPr/>
        </p:nvSpPr>
        <p:spPr>
          <a:xfrm>
            <a:off x="5120640" y="3108960"/>
            <a:ext cx="1554480" cy="365760"/>
          </a:xfrm>
          <a:prstGeom prst="rect">
            <a:avLst/>
          </a:prstGeom>
          <a:noFill/>
          <a:ln/>
        </p:spPr>
        <p:txBody>
          <a:bodyPr wrap="square" rtlCol="0" anchor="ctr"/>
          <a:lstStyle/>
          <a:p>
            <a:pPr marL="0" indent="0" algn="l">
              <a:buNone/>
            </a:pPr>
            <a:r>
              <a:rPr lang="en-US" dirty="0">
                <a:solidFill>
                  <a:srgbClr val="64748B"/>
                </a:solidFill>
                <a:latin typeface="Calibri" pitchFamily="34" charset="0"/>
                <a:ea typeface="Calibri" pitchFamily="34" charset="-122"/>
                <a:cs typeface="Calibri" pitchFamily="34" charset="-120"/>
              </a:rPr>
              <a:t>fee dues list</a:t>
            </a:r>
            <a:endParaRPr lang="en-US" dirty="0"/>
          </a:p>
        </p:txBody>
      </p:sp>
      <p:sp>
        <p:nvSpPr>
          <p:cNvPr id="19" name="Shape 13"/>
          <p:cNvSpPr/>
          <p:nvPr/>
        </p:nvSpPr>
        <p:spPr>
          <a:xfrm>
            <a:off x="7223760" y="2377440"/>
            <a:ext cx="2743200" cy="1417320"/>
          </a:xfrm>
          <a:prstGeom prst="roundRect">
            <a:avLst>
              <a:gd name="adj" fmla="val 7742"/>
            </a:avLst>
          </a:prstGeom>
          <a:solidFill>
            <a:srgbClr val="FFFFFF"/>
          </a:solidFill>
          <a:ln w="15875">
            <a:solidFill>
              <a:srgbClr val="E3E8EF"/>
            </a:solidFill>
            <a:prstDash val="solid"/>
          </a:ln>
          <a:effectLst>
            <a:outerShdw blurRad="88900" dist="38100" dir="5400000" algn="bl" rotWithShape="0">
              <a:srgbClr val="9AA5B1">
                <a:alpha val="30000"/>
              </a:srgbClr>
            </a:outerShdw>
          </a:effectLst>
        </p:spPr>
      </p:sp>
      <p:sp>
        <p:nvSpPr>
          <p:cNvPr id="20" name="Shape 14"/>
          <p:cNvSpPr/>
          <p:nvPr/>
        </p:nvSpPr>
        <p:spPr>
          <a:xfrm>
            <a:off x="7498080" y="2743200"/>
            <a:ext cx="685800" cy="685800"/>
          </a:xfrm>
          <a:prstGeom prst="ellipse">
            <a:avLst/>
          </a:prstGeom>
          <a:solidFill>
            <a:srgbClr val="0E7C86"/>
          </a:solidFill>
          <a:ln/>
        </p:spPr>
      </p:sp>
      <p:pic>
        <p:nvPicPr>
          <p:cNvPr id="21" name="Image 4" descr="preencoded.png"/>
          <p:cNvPicPr>
            <a:picLocks noChangeAspect="1"/>
          </p:cNvPicPr>
          <p:nvPr/>
        </p:nvPicPr>
        <p:blipFill>
          <a:blip r:embed="rId7"/>
          <a:stretch>
            <a:fillRect/>
          </a:stretch>
        </p:blipFill>
        <p:spPr>
          <a:xfrm>
            <a:off x="7680960" y="2926080"/>
            <a:ext cx="320040" cy="320040"/>
          </a:xfrm>
          <a:prstGeom prst="rect">
            <a:avLst/>
          </a:prstGeom>
        </p:spPr>
      </p:pic>
      <p:sp>
        <p:nvSpPr>
          <p:cNvPr id="22" name="Text 15"/>
          <p:cNvSpPr/>
          <p:nvPr/>
        </p:nvSpPr>
        <p:spPr>
          <a:xfrm>
            <a:off x="8321040" y="2697480"/>
            <a:ext cx="1554480" cy="365760"/>
          </a:xfrm>
          <a:prstGeom prst="rect">
            <a:avLst/>
          </a:prstGeom>
          <a:noFill/>
          <a:ln/>
        </p:spPr>
        <p:txBody>
          <a:bodyPr wrap="square" rtlCol="0" anchor="ctr"/>
          <a:lstStyle/>
          <a:p>
            <a:pPr marL="0" indent="0" algn="l">
              <a:buNone/>
            </a:pPr>
            <a:r>
              <a:rPr lang="en-US" b="1" dirty="0">
                <a:solidFill>
                  <a:srgbClr val="1F4E79"/>
                </a:solidFill>
                <a:latin typeface="Consolas" pitchFamily="34" charset="0"/>
                <a:ea typeface="Consolas" pitchFamily="34" charset="-122"/>
                <a:cs typeface="Consolas" pitchFamily="34" charset="-120"/>
              </a:rPr>
              <a:t>library.csv</a:t>
            </a:r>
            <a:endParaRPr lang="en-US" dirty="0"/>
          </a:p>
        </p:txBody>
      </p:sp>
      <p:sp>
        <p:nvSpPr>
          <p:cNvPr id="23" name="Text 16"/>
          <p:cNvSpPr/>
          <p:nvPr/>
        </p:nvSpPr>
        <p:spPr>
          <a:xfrm>
            <a:off x="8321040" y="3108960"/>
            <a:ext cx="1554480" cy="365760"/>
          </a:xfrm>
          <a:prstGeom prst="rect">
            <a:avLst/>
          </a:prstGeom>
          <a:noFill/>
          <a:ln/>
        </p:spPr>
        <p:txBody>
          <a:bodyPr wrap="square" rtlCol="0" anchor="ctr"/>
          <a:lstStyle/>
          <a:p>
            <a:pPr marL="0" indent="0" algn="l">
              <a:buNone/>
            </a:pPr>
            <a:r>
              <a:rPr lang="en-US" dirty="0">
                <a:solidFill>
                  <a:srgbClr val="64748B"/>
                </a:solidFill>
                <a:latin typeface="Calibri" pitchFamily="34" charset="0"/>
                <a:ea typeface="Calibri" pitchFamily="34" charset="-122"/>
                <a:cs typeface="Calibri" pitchFamily="34" charset="-120"/>
              </a:rPr>
              <a:t>overdue books</a:t>
            </a:r>
            <a:endParaRPr lang="en-US" dirty="0"/>
          </a:p>
        </p:txBody>
      </p:sp>
      <p:sp>
        <p:nvSpPr>
          <p:cNvPr id="24" name="Shape 17"/>
          <p:cNvSpPr/>
          <p:nvPr/>
        </p:nvSpPr>
        <p:spPr>
          <a:xfrm>
            <a:off x="822960" y="4069080"/>
            <a:ext cx="5074920" cy="960120"/>
          </a:xfrm>
          <a:prstGeom prst="roundRect">
            <a:avLst>
              <a:gd name="adj" fmla="val 9524"/>
            </a:avLst>
          </a:prstGeom>
          <a:solidFill>
            <a:srgbClr val="FCF4F5"/>
          </a:solidFill>
          <a:ln w="12700">
            <a:solidFill>
              <a:srgbClr val="F1D2D6"/>
            </a:solidFill>
            <a:prstDash val="solid"/>
          </a:ln>
        </p:spPr>
      </p:sp>
      <p:pic>
        <p:nvPicPr>
          <p:cNvPr id="25" name="Image 5" descr="preencoded.png"/>
          <p:cNvPicPr>
            <a:picLocks noChangeAspect="1"/>
          </p:cNvPicPr>
          <p:nvPr/>
        </p:nvPicPr>
        <p:blipFill>
          <a:blip r:embed="rId8"/>
          <a:stretch>
            <a:fillRect/>
          </a:stretch>
        </p:blipFill>
        <p:spPr>
          <a:xfrm>
            <a:off x="1097280" y="4398264"/>
            <a:ext cx="274320" cy="274320"/>
          </a:xfrm>
          <a:prstGeom prst="rect">
            <a:avLst/>
          </a:prstGeom>
        </p:spPr>
      </p:pic>
      <p:sp>
        <p:nvSpPr>
          <p:cNvPr id="26" name="Text 18"/>
          <p:cNvSpPr/>
          <p:nvPr/>
        </p:nvSpPr>
        <p:spPr>
          <a:xfrm>
            <a:off x="1554480" y="4069080"/>
            <a:ext cx="4206240" cy="960120"/>
          </a:xfrm>
          <a:prstGeom prst="rect">
            <a:avLst/>
          </a:prstGeom>
          <a:noFill/>
          <a:ln/>
        </p:spPr>
        <p:txBody>
          <a:bodyPr wrap="square" rtlCol="0" anchor="ctr"/>
          <a:lstStyle/>
          <a:p>
            <a:pPr marL="0" indent="0" algn="l">
              <a:buNone/>
            </a:pPr>
            <a:r>
              <a:rPr lang="en-US" b="1" dirty="0">
                <a:solidFill>
                  <a:srgbClr val="B23A48"/>
                </a:solidFill>
                <a:latin typeface="Calibri" pitchFamily="34" charset="0"/>
                <a:ea typeface="Calibri" pitchFamily="34" charset="-122"/>
                <a:cs typeface="Calibri" pitchFamily="34" charset="-120"/>
              </a:rPr>
              <a:t>With files:  </a:t>
            </a:r>
            <a:r>
              <a:rPr lang="en-US" dirty="0">
                <a:solidFill>
                  <a:srgbClr val="1E293B"/>
                </a:solidFill>
                <a:latin typeface="Calibri" pitchFamily="34" charset="0"/>
                <a:ea typeface="Calibri" pitchFamily="34" charset="-122"/>
                <a:cs typeface="Calibri" pitchFamily="34" charset="-120"/>
              </a:rPr>
              <a:t>open each file, copy rows by hand, pray the IDs match.</a:t>
            </a:r>
            <a:endParaRPr lang="en-US" dirty="0"/>
          </a:p>
        </p:txBody>
      </p:sp>
      <p:sp>
        <p:nvSpPr>
          <p:cNvPr id="27" name="Shape 19"/>
          <p:cNvSpPr/>
          <p:nvPr/>
        </p:nvSpPr>
        <p:spPr>
          <a:xfrm>
            <a:off x="6263640" y="4069080"/>
            <a:ext cx="5074920" cy="960120"/>
          </a:xfrm>
          <a:prstGeom prst="roundRect">
            <a:avLst>
              <a:gd name="adj" fmla="val 9524"/>
            </a:avLst>
          </a:prstGeom>
          <a:solidFill>
            <a:srgbClr val="EAF6EF"/>
          </a:solidFill>
          <a:ln w="12700">
            <a:solidFill>
              <a:srgbClr val="CDE8DA"/>
            </a:solidFill>
            <a:prstDash val="solid"/>
          </a:ln>
        </p:spPr>
      </p:sp>
      <p:pic>
        <p:nvPicPr>
          <p:cNvPr id="28" name="Image 6" descr="preencoded.png"/>
          <p:cNvPicPr>
            <a:picLocks noChangeAspect="1"/>
          </p:cNvPicPr>
          <p:nvPr/>
        </p:nvPicPr>
        <p:blipFill>
          <a:blip r:embed="rId9"/>
          <a:stretch>
            <a:fillRect/>
          </a:stretch>
        </p:blipFill>
        <p:spPr>
          <a:xfrm>
            <a:off x="6537960" y="4398264"/>
            <a:ext cx="274320" cy="274320"/>
          </a:xfrm>
          <a:prstGeom prst="rect">
            <a:avLst/>
          </a:prstGeom>
        </p:spPr>
      </p:pic>
      <p:sp>
        <p:nvSpPr>
          <p:cNvPr id="29" name="Text 20"/>
          <p:cNvSpPr/>
          <p:nvPr/>
        </p:nvSpPr>
        <p:spPr>
          <a:xfrm>
            <a:off x="6995160" y="4069080"/>
            <a:ext cx="4206240" cy="960120"/>
          </a:xfrm>
          <a:prstGeom prst="rect">
            <a:avLst/>
          </a:prstGeom>
          <a:noFill/>
          <a:ln/>
        </p:spPr>
        <p:txBody>
          <a:bodyPr wrap="square" rtlCol="0" anchor="ctr"/>
          <a:lstStyle/>
          <a:p>
            <a:pPr marL="0" indent="0" algn="l">
              <a:buNone/>
            </a:pPr>
            <a:r>
              <a:rPr lang="en-US" b="1" dirty="0">
                <a:solidFill>
                  <a:srgbClr val="2E7D5B"/>
                </a:solidFill>
                <a:latin typeface="Calibri" pitchFamily="34" charset="0"/>
                <a:ea typeface="Calibri" pitchFamily="34" charset="-122"/>
                <a:cs typeface="Calibri" pitchFamily="34" charset="-120"/>
              </a:rPr>
              <a:t>With a DBMS:  </a:t>
            </a:r>
            <a:r>
              <a:rPr lang="en-US" dirty="0">
                <a:solidFill>
                  <a:srgbClr val="1E293B"/>
                </a:solidFill>
                <a:latin typeface="Calibri" pitchFamily="34" charset="0"/>
                <a:ea typeface="Calibri" pitchFamily="34" charset="-122"/>
                <a:cs typeface="Calibri" pitchFamily="34" charset="-120"/>
              </a:rPr>
              <a:t>one JOIN query answers it in milliseconds.</a:t>
            </a:r>
            <a:endParaRPr lang="en-US" dirty="0"/>
          </a:p>
        </p:txBody>
      </p:sp>
      <p:sp>
        <p:nvSpPr>
          <p:cNvPr id="31" name="Text 22"/>
          <p:cNvSpPr/>
          <p:nvPr/>
        </p:nvSpPr>
        <p:spPr>
          <a:xfrm>
            <a:off x="1051560" y="5257800"/>
            <a:ext cx="10058400" cy="777240"/>
          </a:xfrm>
          <a:prstGeom prst="rect">
            <a:avLst/>
          </a:prstGeom>
          <a:noFill/>
          <a:ln/>
        </p:spPr>
        <p:txBody>
          <a:bodyPr wrap="square" lIns="91440" tIns="45720" rIns="91440" bIns="45720" rtlCol="0" anchor="ctr"/>
          <a:lstStyle/>
          <a:p>
            <a:pPr marL="0" indent="0" algn="l">
              <a:buNone/>
            </a:pPr>
            <a:r>
              <a:rPr lang="en-US" dirty="0">
                <a:solidFill>
                  <a:schemeClr val="accent1"/>
                </a:solidFill>
                <a:latin typeface="Consolas"/>
                <a:ea typeface="Consolas" pitchFamily="34" charset="-122"/>
                <a:cs typeface="Consolas" pitchFamily="34" charset="-120"/>
              </a:rPr>
              <a:t>SELECT name FROM students JOIN fees USING(id) JOIN library USING(id) WHERE dues&gt;0 AND overdue&gt;0;</a:t>
            </a:r>
            <a:endParaRPr lang="en-US">
              <a:solidFill>
                <a:schemeClr val="accent1"/>
              </a:solidFill>
              <a:latin typeface="Consolas"/>
              <a:ea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Deep Dive 3: Integrity &amp; Security</a:t>
            </a:r>
            <a:endParaRPr lang="en-US" sz="3200" dirty="0"/>
          </a:p>
        </p:txBody>
      </p:sp>
      <p:sp>
        <p:nvSpPr>
          <p:cNvPr id="4" name="Text 1"/>
          <p:cNvSpPr/>
          <p:nvPr/>
        </p:nvSpPr>
        <p:spPr>
          <a:xfrm>
            <a:off x="457200" y="1024128"/>
            <a:ext cx="10515600" cy="365760"/>
          </a:xfrm>
          <a:prstGeom prst="rect">
            <a:avLst/>
          </a:prstGeom>
          <a:noFill/>
          <a:ln/>
        </p:spPr>
        <p:txBody>
          <a:bodyPr wrap="square" rtlCol="0" anchor="ctr"/>
          <a:lstStyle/>
          <a:p>
            <a:pPr marL="0" indent="0" algn="l">
              <a:buNone/>
            </a:pPr>
            <a:endParaRPr lang="en-US" sz="1500" dirty="0"/>
          </a:p>
        </p:txBody>
      </p:sp>
      <p:sp>
        <p:nvSpPr>
          <p:cNvPr id="5" name="Text 2"/>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12</a:t>
            </a:r>
            <a:endParaRPr lang="en-US" sz="1100" dirty="0"/>
          </a:p>
        </p:txBody>
      </p:sp>
      <p:sp>
        <p:nvSpPr>
          <p:cNvPr id="6" name="Shape 3"/>
          <p:cNvSpPr/>
          <p:nvPr/>
        </p:nvSpPr>
        <p:spPr>
          <a:xfrm>
            <a:off x="640080" y="1783080"/>
            <a:ext cx="5349240" cy="3291840"/>
          </a:xfrm>
          <a:prstGeom prst="roundRect">
            <a:avLst>
              <a:gd name="adj" fmla="val 3333"/>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7" name="Shape 4"/>
          <p:cNvSpPr/>
          <p:nvPr/>
        </p:nvSpPr>
        <p:spPr>
          <a:xfrm>
            <a:off x="640080" y="1783080"/>
            <a:ext cx="5349240" cy="548640"/>
          </a:xfrm>
          <a:prstGeom prst="roundRect">
            <a:avLst>
              <a:gd name="adj" fmla="val 20000"/>
            </a:avLst>
          </a:prstGeom>
          <a:solidFill>
            <a:srgbClr val="F0A32E"/>
          </a:solidFill>
          <a:ln/>
        </p:spPr>
      </p:sp>
      <p:pic>
        <p:nvPicPr>
          <p:cNvPr id="8" name="Image 1" descr="preencoded.png"/>
          <p:cNvPicPr>
            <a:picLocks noChangeAspect="1"/>
          </p:cNvPicPr>
          <p:nvPr/>
        </p:nvPicPr>
        <p:blipFill>
          <a:blip r:embed="rId4"/>
          <a:stretch>
            <a:fillRect/>
          </a:stretch>
        </p:blipFill>
        <p:spPr>
          <a:xfrm>
            <a:off x="896112" y="1929384"/>
            <a:ext cx="256032" cy="256032"/>
          </a:xfrm>
          <a:prstGeom prst="rect">
            <a:avLst/>
          </a:prstGeom>
        </p:spPr>
      </p:pic>
      <p:sp>
        <p:nvSpPr>
          <p:cNvPr id="9" name="Text 5"/>
          <p:cNvSpPr/>
          <p:nvPr/>
        </p:nvSpPr>
        <p:spPr>
          <a:xfrm>
            <a:off x="1280160" y="1783080"/>
            <a:ext cx="4617720" cy="548640"/>
          </a:xfrm>
          <a:prstGeom prst="rect">
            <a:avLst/>
          </a:prstGeom>
          <a:noFill/>
          <a:ln/>
        </p:spPr>
        <p:txBody>
          <a:bodyPr wrap="square" rtlCol="0" anchor="ctr"/>
          <a:lstStyle/>
          <a:p>
            <a:pPr marL="0" indent="0" algn="l">
              <a:buNone/>
            </a:pPr>
            <a:r>
              <a:rPr lang="en-US" b="1" dirty="0">
                <a:solidFill>
                  <a:srgbClr val="FFFFFF"/>
                </a:solidFill>
                <a:latin typeface="Calibri" pitchFamily="34" charset="0"/>
                <a:ea typeface="Calibri" pitchFamily="34" charset="-122"/>
                <a:cs typeface="Calibri" pitchFamily="34" charset="-120"/>
              </a:rPr>
              <a:t>Integrity: is the data even valid?</a:t>
            </a:r>
            <a:endParaRPr lang="en-US" dirty="0"/>
          </a:p>
        </p:txBody>
      </p:sp>
      <p:pic>
        <p:nvPicPr>
          <p:cNvPr id="10" name="Image 2" descr="preencoded.png"/>
          <p:cNvPicPr>
            <a:picLocks noChangeAspect="1"/>
          </p:cNvPicPr>
          <p:nvPr/>
        </p:nvPicPr>
        <p:blipFill>
          <a:blip r:embed="rId5"/>
          <a:stretch>
            <a:fillRect/>
          </a:stretch>
        </p:blipFill>
        <p:spPr>
          <a:xfrm>
            <a:off x="960120" y="2615184"/>
            <a:ext cx="237744" cy="237744"/>
          </a:xfrm>
          <a:prstGeom prst="rect">
            <a:avLst/>
          </a:prstGeom>
        </p:spPr>
      </p:pic>
      <p:sp>
        <p:nvSpPr>
          <p:cNvPr id="11" name="Text 6"/>
          <p:cNvSpPr/>
          <p:nvPr/>
        </p:nvSpPr>
        <p:spPr>
          <a:xfrm>
            <a:off x="1371600" y="2560320"/>
            <a:ext cx="4434840" cy="548640"/>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A marks file stores 112 out of 100</a:t>
            </a:r>
            <a:endParaRPr lang="en-US" dirty="0"/>
          </a:p>
        </p:txBody>
      </p:sp>
      <p:pic>
        <p:nvPicPr>
          <p:cNvPr id="12" name="Image 3" descr="preencoded.png"/>
          <p:cNvPicPr>
            <a:picLocks noChangeAspect="1"/>
          </p:cNvPicPr>
          <p:nvPr/>
        </p:nvPicPr>
        <p:blipFill>
          <a:blip r:embed="rId5"/>
          <a:stretch>
            <a:fillRect/>
          </a:stretch>
        </p:blipFill>
        <p:spPr>
          <a:xfrm>
            <a:off x="960120" y="3273552"/>
            <a:ext cx="237744" cy="237744"/>
          </a:xfrm>
          <a:prstGeom prst="rect">
            <a:avLst/>
          </a:prstGeom>
        </p:spPr>
      </p:pic>
      <p:sp>
        <p:nvSpPr>
          <p:cNvPr id="13" name="Text 7"/>
          <p:cNvSpPr/>
          <p:nvPr/>
        </p:nvSpPr>
        <p:spPr>
          <a:xfrm>
            <a:off x="1371600" y="3218688"/>
            <a:ext cx="4434840" cy="548640"/>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A fee file records a negative payment</a:t>
            </a:r>
            <a:endParaRPr lang="en-US" dirty="0"/>
          </a:p>
        </p:txBody>
      </p:sp>
      <p:pic>
        <p:nvPicPr>
          <p:cNvPr id="14" name="Image 4" descr="preencoded.png"/>
          <p:cNvPicPr>
            <a:picLocks noChangeAspect="1"/>
          </p:cNvPicPr>
          <p:nvPr/>
        </p:nvPicPr>
        <p:blipFill>
          <a:blip r:embed="rId5"/>
          <a:stretch>
            <a:fillRect/>
          </a:stretch>
        </p:blipFill>
        <p:spPr>
          <a:xfrm>
            <a:off x="960120" y="3931920"/>
            <a:ext cx="237744" cy="237744"/>
          </a:xfrm>
          <a:prstGeom prst="rect">
            <a:avLst/>
          </a:prstGeom>
        </p:spPr>
      </p:pic>
      <p:sp>
        <p:nvSpPr>
          <p:cNvPr id="15" name="Text 8"/>
          <p:cNvSpPr/>
          <p:nvPr/>
        </p:nvSpPr>
        <p:spPr>
          <a:xfrm>
            <a:off x="1371600" y="3877056"/>
            <a:ext cx="4434840" cy="548640"/>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A record points to a student ID that doesn't exist</a:t>
            </a:r>
            <a:endParaRPr lang="en-US" dirty="0"/>
          </a:p>
        </p:txBody>
      </p:sp>
      <p:sp>
        <p:nvSpPr>
          <p:cNvPr id="16" name="Text 9"/>
          <p:cNvSpPr/>
          <p:nvPr/>
        </p:nvSpPr>
        <p:spPr>
          <a:xfrm>
            <a:off x="960120" y="4544568"/>
            <a:ext cx="4800600" cy="457200"/>
          </a:xfrm>
          <a:prstGeom prst="rect">
            <a:avLst/>
          </a:prstGeom>
          <a:noFill/>
          <a:ln/>
        </p:spPr>
        <p:txBody>
          <a:bodyPr wrap="square" rtlCol="0" anchor="ctr"/>
          <a:lstStyle/>
          <a:p>
            <a:pPr marL="0" indent="0" algn="l">
              <a:buNone/>
            </a:pPr>
            <a:r>
              <a:rPr lang="en-US" b="1" i="1" dirty="0">
                <a:solidFill>
                  <a:srgbClr val="2E7D5B"/>
                </a:solidFill>
                <a:latin typeface="Calibri" pitchFamily="34" charset="0"/>
                <a:ea typeface="Calibri" pitchFamily="34" charset="-122"/>
                <a:cs typeface="Calibri" pitchFamily="34" charset="-120"/>
              </a:rPr>
              <a:t>A DBMS rejects all three automatically with constraints.</a:t>
            </a:r>
            <a:endParaRPr lang="en-US" dirty="0"/>
          </a:p>
        </p:txBody>
      </p:sp>
      <p:sp>
        <p:nvSpPr>
          <p:cNvPr id="17" name="Shape 10"/>
          <p:cNvSpPr/>
          <p:nvPr/>
        </p:nvSpPr>
        <p:spPr>
          <a:xfrm>
            <a:off x="6199632" y="1783080"/>
            <a:ext cx="5349240" cy="3291840"/>
          </a:xfrm>
          <a:prstGeom prst="roundRect">
            <a:avLst>
              <a:gd name="adj" fmla="val 3333"/>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18" name="Shape 11"/>
          <p:cNvSpPr/>
          <p:nvPr/>
        </p:nvSpPr>
        <p:spPr>
          <a:xfrm>
            <a:off x="6199632" y="1783080"/>
            <a:ext cx="5349240" cy="548640"/>
          </a:xfrm>
          <a:prstGeom prst="roundRect">
            <a:avLst>
              <a:gd name="adj" fmla="val 20000"/>
            </a:avLst>
          </a:prstGeom>
          <a:solidFill>
            <a:srgbClr val="12385A"/>
          </a:solidFill>
          <a:ln/>
        </p:spPr>
      </p:sp>
      <p:pic>
        <p:nvPicPr>
          <p:cNvPr id="19" name="Image 5" descr="preencoded.png"/>
          <p:cNvPicPr>
            <a:picLocks noChangeAspect="1"/>
          </p:cNvPicPr>
          <p:nvPr/>
        </p:nvPicPr>
        <p:blipFill>
          <a:blip r:embed="rId6"/>
          <a:stretch>
            <a:fillRect/>
          </a:stretch>
        </p:blipFill>
        <p:spPr>
          <a:xfrm>
            <a:off x="6455664" y="1929384"/>
            <a:ext cx="256032" cy="256032"/>
          </a:xfrm>
          <a:prstGeom prst="rect">
            <a:avLst/>
          </a:prstGeom>
        </p:spPr>
      </p:pic>
      <p:sp>
        <p:nvSpPr>
          <p:cNvPr id="20" name="Text 12"/>
          <p:cNvSpPr/>
          <p:nvPr/>
        </p:nvSpPr>
        <p:spPr>
          <a:xfrm>
            <a:off x="6839712" y="1783080"/>
            <a:ext cx="4617720" cy="548640"/>
          </a:xfrm>
          <a:prstGeom prst="rect">
            <a:avLst/>
          </a:prstGeom>
          <a:noFill/>
          <a:ln/>
        </p:spPr>
        <p:txBody>
          <a:bodyPr wrap="square" rtlCol="0" anchor="ctr"/>
          <a:lstStyle/>
          <a:p>
            <a:pPr marL="0" indent="0" algn="l">
              <a:buNone/>
            </a:pPr>
            <a:r>
              <a:rPr lang="en-US" b="1" dirty="0">
                <a:solidFill>
                  <a:srgbClr val="FFFFFF"/>
                </a:solidFill>
                <a:latin typeface="Calibri" pitchFamily="34" charset="0"/>
                <a:ea typeface="Calibri" pitchFamily="34" charset="-122"/>
                <a:cs typeface="Calibri" pitchFamily="34" charset="-120"/>
              </a:rPr>
              <a:t>Security: who can do what?</a:t>
            </a:r>
            <a:endParaRPr lang="en-US" dirty="0"/>
          </a:p>
        </p:txBody>
      </p:sp>
      <p:pic>
        <p:nvPicPr>
          <p:cNvPr id="21" name="Image 6" descr="preencoded.png"/>
          <p:cNvPicPr>
            <a:picLocks noChangeAspect="1"/>
          </p:cNvPicPr>
          <p:nvPr/>
        </p:nvPicPr>
        <p:blipFill>
          <a:blip r:embed="rId5"/>
          <a:stretch>
            <a:fillRect/>
          </a:stretch>
        </p:blipFill>
        <p:spPr>
          <a:xfrm>
            <a:off x="6519672" y="2615184"/>
            <a:ext cx="237744" cy="237744"/>
          </a:xfrm>
          <a:prstGeom prst="rect">
            <a:avLst/>
          </a:prstGeom>
        </p:spPr>
      </p:pic>
      <p:sp>
        <p:nvSpPr>
          <p:cNvPr id="22" name="Text 13"/>
          <p:cNvSpPr/>
          <p:nvPr/>
        </p:nvSpPr>
        <p:spPr>
          <a:xfrm>
            <a:off x="6931152" y="2560320"/>
            <a:ext cx="4434840" cy="548640"/>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Open the folder → see everyone's confidential data</a:t>
            </a:r>
            <a:endParaRPr lang="en-US" dirty="0"/>
          </a:p>
        </p:txBody>
      </p:sp>
      <p:pic>
        <p:nvPicPr>
          <p:cNvPr id="23" name="Image 7" descr="preencoded.png"/>
          <p:cNvPicPr>
            <a:picLocks noChangeAspect="1"/>
          </p:cNvPicPr>
          <p:nvPr/>
        </p:nvPicPr>
        <p:blipFill>
          <a:blip r:embed="rId5"/>
          <a:stretch>
            <a:fillRect/>
          </a:stretch>
        </p:blipFill>
        <p:spPr>
          <a:xfrm>
            <a:off x="6519672" y="3273552"/>
            <a:ext cx="237744" cy="237744"/>
          </a:xfrm>
          <a:prstGeom prst="rect">
            <a:avLst/>
          </a:prstGeom>
        </p:spPr>
      </p:pic>
      <p:sp>
        <p:nvSpPr>
          <p:cNvPr id="24" name="Text 14"/>
          <p:cNvSpPr/>
          <p:nvPr/>
        </p:nvSpPr>
        <p:spPr>
          <a:xfrm>
            <a:off x="6931152" y="3218688"/>
            <a:ext cx="4434840" cy="548640"/>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One wrong click deletes the salary file</a:t>
            </a:r>
            <a:endParaRPr lang="en-US" dirty="0"/>
          </a:p>
        </p:txBody>
      </p:sp>
      <p:pic>
        <p:nvPicPr>
          <p:cNvPr id="25" name="Image 8" descr="preencoded.png"/>
          <p:cNvPicPr>
            <a:picLocks noChangeAspect="1"/>
          </p:cNvPicPr>
          <p:nvPr/>
        </p:nvPicPr>
        <p:blipFill>
          <a:blip r:embed="rId5"/>
          <a:stretch>
            <a:fillRect/>
          </a:stretch>
        </p:blipFill>
        <p:spPr>
          <a:xfrm>
            <a:off x="6519672" y="3931920"/>
            <a:ext cx="237744" cy="237744"/>
          </a:xfrm>
          <a:prstGeom prst="rect">
            <a:avLst/>
          </a:prstGeom>
        </p:spPr>
      </p:pic>
      <p:sp>
        <p:nvSpPr>
          <p:cNvPr id="26" name="Text 15"/>
          <p:cNvSpPr/>
          <p:nvPr/>
        </p:nvSpPr>
        <p:spPr>
          <a:xfrm>
            <a:off x="6931152" y="3877056"/>
            <a:ext cx="4434840" cy="548640"/>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“Teacher reads marks, but can't edit fees” is impossible</a:t>
            </a:r>
            <a:endParaRPr lang="en-US" dirty="0"/>
          </a:p>
        </p:txBody>
      </p:sp>
      <p:sp>
        <p:nvSpPr>
          <p:cNvPr id="27" name="Text 16"/>
          <p:cNvSpPr/>
          <p:nvPr/>
        </p:nvSpPr>
        <p:spPr>
          <a:xfrm>
            <a:off x="6519672" y="4544568"/>
            <a:ext cx="4800600" cy="457200"/>
          </a:xfrm>
          <a:prstGeom prst="rect">
            <a:avLst/>
          </a:prstGeom>
          <a:noFill/>
          <a:ln/>
        </p:spPr>
        <p:txBody>
          <a:bodyPr wrap="square" rtlCol="0" anchor="ctr"/>
          <a:lstStyle/>
          <a:p>
            <a:pPr marL="0" indent="0" algn="l">
              <a:buNone/>
            </a:pPr>
            <a:r>
              <a:rPr lang="en-US" b="1" i="1" dirty="0">
                <a:solidFill>
                  <a:srgbClr val="2E7D5B"/>
                </a:solidFill>
                <a:latin typeface="Calibri" pitchFamily="34" charset="0"/>
                <a:ea typeface="Calibri" pitchFamily="34" charset="-122"/>
                <a:cs typeface="Calibri" pitchFamily="34" charset="-120"/>
              </a:rPr>
              <a:t>A DBMS uses roles &amp; permissions (RBAC) — like AWS IAM.</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Deep Dive 4: Concurrency &amp; Recovery</a:t>
            </a:r>
            <a:endParaRPr lang="en-US" sz="3200" dirty="0"/>
          </a:p>
        </p:txBody>
      </p:sp>
      <p:sp>
        <p:nvSpPr>
          <p:cNvPr id="4" name="Text 1"/>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13</a:t>
            </a:r>
            <a:endParaRPr lang="en-US" sz="1100" dirty="0"/>
          </a:p>
        </p:txBody>
      </p:sp>
      <p:sp>
        <p:nvSpPr>
          <p:cNvPr id="5" name="Shape 2"/>
          <p:cNvSpPr/>
          <p:nvPr/>
        </p:nvSpPr>
        <p:spPr>
          <a:xfrm>
            <a:off x="640080" y="1188720"/>
            <a:ext cx="1938528" cy="384048"/>
          </a:xfrm>
          <a:prstGeom prst="roundRect">
            <a:avLst>
              <a:gd name="adj" fmla="val 50000"/>
            </a:avLst>
          </a:prstGeom>
          <a:solidFill>
            <a:srgbClr val="B23A48"/>
          </a:solidFill>
          <a:ln/>
        </p:spPr>
      </p:sp>
      <p:pic>
        <p:nvPicPr>
          <p:cNvPr id="6" name="Image 1" descr="preencoded.png"/>
          <p:cNvPicPr>
            <a:picLocks noChangeAspect="1"/>
          </p:cNvPicPr>
          <p:nvPr/>
        </p:nvPicPr>
        <p:blipFill>
          <a:blip r:embed="rId4"/>
          <a:stretch>
            <a:fillRect/>
          </a:stretch>
        </p:blipFill>
        <p:spPr>
          <a:xfrm>
            <a:off x="786384" y="1289304"/>
            <a:ext cx="182880" cy="182880"/>
          </a:xfrm>
          <a:prstGeom prst="rect">
            <a:avLst/>
          </a:prstGeom>
        </p:spPr>
      </p:pic>
      <p:sp>
        <p:nvSpPr>
          <p:cNvPr id="7" name="Text 3"/>
          <p:cNvSpPr/>
          <p:nvPr/>
        </p:nvSpPr>
        <p:spPr>
          <a:xfrm>
            <a:off x="1005840" y="1188720"/>
            <a:ext cx="1527048" cy="384048"/>
          </a:xfrm>
          <a:prstGeom prst="rect">
            <a:avLst/>
          </a:prstGeom>
          <a:noFill/>
          <a:ln/>
        </p:spPr>
        <p:txBody>
          <a:bodyPr wrap="square" lIns="0" tIns="0" rIns="0" bIns="0" rtlCol="0" anchor="ctr"/>
          <a:lstStyle/>
          <a:p>
            <a:pPr marL="0" indent="0" algn="l">
              <a:buNone/>
            </a:pPr>
            <a:r>
              <a:rPr lang="en-US" sz="1400" b="1" kern="0" spc="100" dirty="0">
                <a:solidFill>
                  <a:srgbClr val="FFFFFF"/>
                </a:solidFill>
                <a:latin typeface="Calibri"/>
                <a:ea typeface="Calibri"/>
                <a:cs typeface="Calibri"/>
              </a:rPr>
              <a:t>RACE CONDITION</a:t>
            </a:r>
            <a:endParaRPr lang="en-US" sz="1400">
              <a:latin typeface="Calibri"/>
              <a:ea typeface="Calibri"/>
              <a:cs typeface="Calibri"/>
            </a:endParaRPr>
          </a:p>
        </p:txBody>
      </p:sp>
      <p:sp>
        <p:nvSpPr>
          <p:cNvPr id="8" name="Text 4"/>
          <p:cNvSpPr/>
          <p:nvPr/>
        </p:nvSpPr>
        <p:spPr>
          <a:xfrm>
            <a:off x="640080" y="1737360"/>
            <a:ext cx="10881360" cy="365760"/>
          </a:xfrm>
          <a:prstGeom prst="rect">
            <a:avLst/>
          </a:prstGeom>
          <a:noFill/>
          <a:ln/>
        </p:spPr>
        <p:txBody>
          <a:bodyPr wrap="square" rtlCol="0" anchor="ctr"/>
          <a:lstStyle/>
          <a:p>
            <a:pPr marL="0" indent="0" algn="l">
              <a:buNone/>
            </a:pPr>
            <a:r>
              <a:rPr lang="en-US" sz="1800" b="1" dirty="0">
                <a:solidFill>
                  <a:srgbClr val="1E293B"/>
                </a:solidFill>
                <a:latin typeface="Calibri" pitchFamily="34" charset="0"/>
                <a:ea typeface="Calibri" pitchFamily="34" charset="-122"/>
                <a:cs typeface="Calibri" pitchFamily="34" charset="-120"/>
              </a:rPr>
              <a:t>Two clerks book the last hostel seat at the same instant.</a:t>
            </a:r>
            <a:endParaRPr lang="en-US" sz="1800" dirty="0"/>
          </a:p>
        </p:txBody>
      </p:sp>
      <p:sp>
        <p:nvSpPr>
          <p:cNvPr id="9" name="Shape 5"/>
          <p:cNvSpPr/>
          <p:nvPr/>
        </p:nvSpPr>
        <p:spPr>
          <a:xfrm>
            <a:off x="822960" y="2286000"/>
            <a:ext cx="3291840" cy="1371600"/>
          </a:xfrm>
          <a:prstGeom prst="roundRect">
            <a:avLst>
              <a:gd name="adj" fmla="val 8000"/>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10" name="Shape 6"/>
          <p:cNvSpPr/>
          <p:nvPr/>
        </p:nvSpPr>
        <p:spPr>
          <a:xfrm>
            <a:off x="1097280" y="2578608"/>
            <a:ext cx="777240" cy="777240"/>
          </a:xfrm>
          <a:prstGeom prst="ellipse">
            <a:avLst/>
          </a:prstGeom>
          <a:solidFill>
            <a:srgbClr val="2E75B6"/>
          </a:solidFill>
          <a:ln/>
        </p:spPr>
      </p:sp>
      <p:pic>
        <p:nvPicPr>
          <p:cNvPr id="11" name="Image 2" descr="preencoded.png"/>
          <p:cNvPicPr>
            <a:picLocks noChangeAspect="1"/>
          </p:cNvPicPr>
          <p:nvPr/>
        </p:nvPicPr>
        <p:blipFill>
          <a:blip r:embed="rId4"/>
          <a:stretch>
            <a:fillRect/>
          </a:stretch>
        </p:blipFill>
        <p:spPr>
          <a:xfrm>
            <a:off x="1316736" y="2798064"/>
            <a:ext cx="338328" cy="338328"/>
          </a:xfrm>
          <a:prstGeom prst="rect">
            <a:avLst/>
          </a:prstGeom>
        </p:spPr>
      </p:pic>
      <p:sp>
        <p:nvSpPr>
          <p:cNvPr id="12" name="Text 7"/>
          <p:cNvSpPr/>
          <p:nvPr/>
        </p:nvSpPr>
        <p:spPr>
          <a:xfrm>
            <a:off x="2011680" y="2578608"/>
            <a:ext cx="1965960" cy="41148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Clerk A</a:t>
            </a:r>
            <a:endParaRPr lang="en-US" dirty="0"/>
          </a:p>
        </p:txBody>
      </p:sp>
      <p:sp>
        <p:nvSpPr>
          <p:cNvPr id="13" name="Text 8"/>
          <p:cNvSpPr/>
          <p:nvPr/>
        </p:nvSpPr>
        <p:spPr>
          <a:xfrm>
            <a:off x="2011680" y="2999232"/>
            <a:ext cx="1965960" cy="548640"/>
          </a:xfrm>
          <a:prstGeom prst="rect">
            <a:avLst/>
          </a:prstGeom>
          <a:noFill/>
          <a:ln/>
        </p:spPr>
        <p:txBody>
          <a:bodyPr wrap="square" rtlCol="0" anchor="t"/>
          <a:lstStyle/>
          <a:p>
            <a:pPr marL="0" indent="0" algn="l">
              <a:buNone/>
            </a:pPr>
            <a:r>
              <a:rPr lang="en-US" dirty="0">
                <a:solidFill>
                  <a:srgbClr val="64748B"/>
                </a:solidFill>
                <a:latin typeface="Calibri" pitchFamily="34" charset="0"/>
                <a:ea typeface="Calibri" pitchFamily="34" charset="-122"/>
                <a:cs typeface="Calibri" pitchFamily="34" charset="-120"/>
              </a:rPr>
              <a:t>reads seats = 50 → writes 49</a:t>
            </a:r>
            <a:endParaRPr lang="en-US" dirty="0"/>
          </a:p>
        </p:txBody>
      </p:sp>
      <p:pic>
        <p:nvPicPr>
          <p:cNvPr id="14" name="Image 3" descr="preencoded.png"/>
          <p:cNvPicPr>
            <a:picLocks noChangeAspect="1"/>
          </p:cNvPicPr>
          <p:nvPr/>
        </p:nvPicPr>
        <p:blipFill>
          <a:blip r:embed="rId5"/>
          <a:stretch>
            <a:fillRect/>
          </a:stretch>
        </p:blipFill>
        <p:spPr>
          <a:xfrm>
            <a:off x="4206240" y="2788920"/>
            <a:ext cx="292608" cy="292608"/>
          </a:xfrm>
          <a:prstGeom prst="rect">
            <a:avLst/>
          </a:prstGeom>
        </p:spPr>
      </p:pic>
      <p:sp>
        <p:nvSpPr>
          <p:cNvPr id="15" name="Shape 9"/>
          <p:cNvSpPr/>
          <p:nvPr/>
        </p:nvSpPr>
        <p:spPr>
          <a:xfrm>
            <a:off x="4617720" y="2286000"/>
            <a:ext cx="3291840" cy="1371600"/>
          </a:xfrm>
          <a:prstGeom prst="roundRect">
            <a:avLst>
              <a:gd name="adj" fmla="val 8000"/>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16" name="Shape 10"/>
          <p:cNvSpPr/>
          <p:nvPr/>
        </p:nvSpPr>
        <p:spPr>
          <a:xfrm>
            <a:off x="4892040" y="2578608"/>
            <a:ext cx="777240" cy="777240"/>
          </a:xfrm>
          <a:prstGeom prst="ellipse">
            <a:avLst/>
          </a:prstGeom>
          <a:solidFill>
            <a:srgbClr val="0E7C86"/>
          </a:solidFill>
          <a:ln/>
        </p:spPr>
      </p:sp>
      <p:pic>
        <p:nvPicPr>
          <p:cNvPr id="17" name="Image 4" descr="preencoded.png"/>
          <p:cNvPicPr>
            <a:picLocks noChangeAspect="1"/>
          </p:cNvPicPr>
          <p:nvPr/>
        </p:nvPicPr>
        <p:blipFill>
          <a:blip r:embed="rId4"/>
          <a:stretch>
            <a:fillRect/>
          </a:stretch>
        </p:blipFill>
        <p:spPr>
          <a:xfrm>
            <a:off x="5111496" y="2798064"/>
            <a:ext cx="338328" cy="338328"/>
          </a:xfrm>
          <a:prstGeom prst="rect">
            <a:avLst/>
          </a:prstGeom>
        </p:spPr>
      </p:pic>
      <p:sp>
        <p:nvSpPr>
          <p:cNvPr id="18" name="Text 11"/>
          <p:cNvSpPr/>
          <p:nvPr/>
        </p:nvSpPr>
        <p:spPr>
          <a:xfrm>
            <a:off x="5806440" y="2578608"/>
            <a:ext cx="1965960" cy="41148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Clerk B</a:t>
            </a:r>
            <a:endParaRPr lang="en-US" dirty="0"/>
          </a:p>
        </p:txBody>
      </p:sp>
      <p:sp>
        <p:nvSpPr>
          <p:cNvPr id="19" name="Text 12"/>
          <p:cNvSpPr/>
          <p:nvPr/>
        </p:nvSpPr>
        <p:spPr>
          <a:xfrm>
            <a:off x="5806440" y="2999232"/>
            <a:ext cx="1965960" cy="548640"/>
          </a:xfrm>
          <a:prstGeom prst="rect">
            <a:avLst/>
          </a:prstGeom>
          <a:noFill/>
          <a:ln/>
        </p:spPr>
        <p:txBody>
          <a:bodyPr wrap="square" rtlCol="0" anchor="t"/>
          <a:lstStyle/>
          <a:p>
            <a:pPr marL="0" indent="0" algn="l">
              <a:buNone/>
            </a:pPr>
            <a:r>
              <a:rPr lang="en-US" dirty="0">
                <a:solidFill>
                  <a:srgbClr val="64748B"/>
                </a:solidFill>
                <a:latin typeface="Calibri" pitchFamily="34" charset="0"/>
                <a:ea typeface="Calibri" pitchFamily="34" charset="-122"/>
                <a:cs typeface="Calibri" pitchFamily="34" charset="-120"/>
              </a:rPr>
              <a:t>reads seats = 50 → writes 49</a:t>
            </a:r>
            <a:endParaRPr lang="en-US" dirty="0"/>
          </a:p>
        </p:txBody>
      </p:sp>
      <p:pic>
        <p:nvPicPr>
          <p:cNvPr id="20" name="Image 5" descr="preencoded.png"/>
          <p:cNvPicPr>
            <a:picLocks noChangeAspect="1"/>
          </p:cNvPicPr>
          <p:nvPr/>
        </p:nvPicPr>
        <p:blipFill>
          <a:blip r:embed="rId5"/>
          <a:stretch>
            <a:fillRect/>
          </a:stretch>
        </p:blipFill>
        <p:spPr>
          <a:xfrm>
            <a:off x="8001000" y="2788920"/>
            <a:ext cx="292608" cy="292608"/>
          </a:xfrm>
          <a:prstGeom prst="rect">
            <a:avLst/>
          </a:prstGeom>
        </p:spPr>
      </p:pic>
      <p:sp>
        <p:nvSpPr>
          <p:cNvPr id="21" name="Shape 13"/>
          <p:cNvSpPr/>
          <p:nvPr/>
        </p:nvSpPr>
        <p:spPr>
          <a:xfrm>
            <a:off x="8412480" y="2286000"/>
            <a:ext cx="3291840" cy="1371600"/>
          </a:xfrm>
          <a:prstGeom prst="roundRect">
            <a:avLst>
              <a:gd name="adj" fmla="val 8000"/>
            </a:avLst>
          </a:prstGeom>
          <a:solidFill>
            <a:srgbClr val="FCF4F5"/>
          </a:solidFill>
          <a:ln w="19050">
            <a:solidFill>
              <a:srgbClr val="B23A48"/>
            </a:solidFill>
            <a:prstDash val="solid"/>
          </a:ln>
          <a:effectLst>
            <a:outerShdw blurRad="88900" dist="38100" dir="5400000" algn="bl" rotWithShape="0">
              <a:srgbClr val="9AA5B1">
                <a:alpha val="30000"/>
              </a:srgbClr>
            </a:outerShdw>
          </a:effectLst>
        </p:spPr>
      </p:sp>
      <p:sp>
        <p:nvSpPr>
          <p:cNvPr id="22" name="Shape 14"/>
          <p:cNvSpPr/>
          <p:nvPr/>
        </p:nvSpPr>
        <p:spPr>
          <a:xfrm>
            <a:off x="8686800" y="2578608"/>
            <a:ext cx="777240" cy="777240"/>
          </a:xfrm>
          <a:prstGeom prst="ellipse">
            <a:avLst/>
          </a:prstGeom>
          <a:solidFill>
            <a:srgbClr val="B23A48"/>
          </a:solidFill>
          <a:ln/>
        </p:spPr>
      </p:sp>
      <p:pic>
        <p:nvPicPr>
          <p:cNvPr id="23" name="Image 6" descr="preencoded.png"/>
          <p:cNvPicPr>
            <a:picLocks noChangeAspect="1"/>
          </p:cNvPicPr>
          <p:nvPr/>
        </p:nvPicPr>
        <p:blipFill>
          <a:blip r:embed="rId6"/>
          <a:stretch>
            <a:fillRect/>
          </a:stretch>
        </p:blipFill>
        <p:spPr>
          <a:xfrm>
            <a:off x="8906256" y="2798064"/>
            <a:ext cx="338328" cy="338328"/>
          </a:xfrm>
          <a:prstGeom prst="rect">
            <a:avLst/>
          </a:prstGeom>
        </p:spPr>
      </p:pic>
      <p:sp>
        <p:nvSpPr>
          <p:cNvPr id="24" name="Text 15"/>
          <p:cNvSpPr/>
          <p:nvPr/>
        </p:nvSpPr>
        <p:spPr>
          <a:xfrm>
            <a:off x="9601200" y="2578608"/>
            <a:ext cx="1965960" cy="411480"/>
          </a:xfrm>
          <a:prstGeom prst="rect">
            <a:avLst/>
          </a:prstGeom>
          <a:noFill/>
          <a:ln/>
        </p:spPr>
        <p:txBody>
          <a:bodyPr wrap="square" rtlCol="0" anchor="ctr"/>
          <a:lstStyle/>
          <a:p>
            <a:pPr marL="0" indent="0" algn="l">
              <a:buNone/>
            </a:pPr>
            <a:r>
              <a:rPr lang="en-US" b="1" dirty="0">
                <a:solidFill>
                  <a:srgbClr val="B23A48"/>
                </a:solidFill>
                <a:latin typeface="Calibri" pitchFamily="34" charset="0"/>
                <a:ea typeface="Calibri" pitchFamily="34" charset="-122"/>
                <a:cs typeface="Calibri" pitchFamily="34" charset="-120"/>
              </a:rPr>
              <a:t>Result</a:t>
            </a:r>
            <a:endParaRPr lang="en-US" dirty="0"/>
          </a:p>
        </p:txBody>
      </p:sp>
      <p:sp>
        <p:nvSpPr>
          <p:cNvPr id="25" name="Text 16"/>
          <p:cNvSpPr/>
          <p:nvPr/>
        </p:nvSpPr>
        <p:spPr>
          <a:xfrm>
            <a:off x="9601200" y="2803290"/>
            <a:ext cx="1929675" cy="744582"/>
          </a:xfrm>
          <a:prstGeom prst="rect">
            <a:avLst/>
          </a:prstGeom>
          <a:noFill/>
          <a:ln/>
        </p:spPr>
        <p:txBody>
          <a:bodyPr wrap="square" rtlCol="0" anchor="t"/>
          <a:lstStyle/>
          <a:p>
            <a:pPr marL="0" indent="0" algn="l">
              <a:buNone/>
            </a:pPr>
            <a:r>
              <a:rPr lang="en-US" dirty="0">
                <a:solidFill>
                  <a:srgbClr val="64748B"/>
                </a:solidFill>
                <a:latin typeface="Calibri" pitchFamily="34" charset="0"/>
                <a:ea typeface="Calibri" pitchFamily="34" charset="-122"/>
                <a:cs typeface="Calibri" pitchFamily="34" charset="-120"/>
              </a:rPr>
              <a:t>should be 48 — one booking vanished</a:t>
            </a:r>
            <a:endParaRPr lang="en-US" dirty="0"/>
          </a:p>
        </p:txBody>
      </p:sp>
      <p:sp>
        <p:nvSpPr>
          <p:cNvPr id="27" name="Shape 18"/>
          <p:cNvSpPr/>
          <p:nvPr/>
        </p:nvSpPr>
        <p:spPr>
          <a:xfrm>
            <a:off x="1097280" y="4197096"/>
            <a:ext cx="438912" cy="438912"/>
          </a:xfrm>
          <a:prstGeom prst="ellipse">
            <a:avLst/>
          </a:prstGeom>
          <a:solidFill>
            <a:srgbClr val="2E7D5B"/>
          </a:solidFill>
          <a:ln/>
        </p:spPr>
      </p:sp>
      <p:pic>
        <p:nvPicPr>
          <p:cNvPr id="28" name="Image 7" descr="preencoded.png"/>
          <p:cNvPicPr>
            <a:picLocks noChangeAspect="1"/>
          </p:cNvPicPr>
          <p:nvPr/>
        </p:nvPicPr>
        <p:blipFill>
          <a:blip r:embed="rId7"/>
          <a:stretch>
            <a:fillRect/>
          </a:stretch>
        </p:blipFill>
        <p:spPr>
          <a:xfrm>
            <a:off x="1197864" y="4297680"/>
            <a:ext cx="237744" cy="237744"/>
          </a:xfrm>
          <a:prstGeom prst="rect">
            <a:avLst/>
          </a:prstGeom>
        </p:spPr>
      </p:pic>
      <p:sp>
        <p:nvSpPr>
          <p:cNvPr id="29" name="Text 19"/>
          <p:cNvSpPr/>
          <p:nvPr/>
        </p:nvSpPr>
        <p:spPr>
          <a:xfrm>
            <a:off x="1691640" y="3977640"/>
            <a:ext cx="9418320" cy="868680"/>
          </a:xfrm>
          <a:prstGeom prst="rect">
            <a:avLst/>
          </a:prstGeom>
          <a:noFill/>
          <a:ln/>
        </p:spPr>
        <p:txBody>
          <a:bodyPr wrap="square" lIns="91440" tIns="45720" rIns="91440" bIns="45720" rtlCol="0" anchor="ctr"/>
          <a:lstStyle/>
          <a:p>
            <a:pPr marL="0" indent="0" algn="l">
              <a:buNone/>
            </a:pPr>
            <a:r>
              <a:rPr lang="en-US" b="1" dirty="0">
                <a:latin typeface="Calibri"/>
                <a:ea typeface="Calibri"/>
                <a:cs typeface="Calibri"/>
              </a:rPr>
              <a:t>DBMS fix:  </a:t>
            </a:r>
            <a:r>
              <a:rPr lang="en-US" dirty="0">
                <a:latin typeface="Calibri"/>
                <a:ea typeface="Calibri"/>
                <a:cs typeface="Calibri"/>
              </a:rPr>
              <a:t>locking + transactions serialize the two writes — the second waits, so the count is always correct.</a:t>
            </a:r>
          </a:p>
        </p:txBody>
      </p:sp>
      <p:sp>
        <p:nvSpPr>
          <p:cNvPr id="31" name="Shape 21"/>
          <p:cNvSpPr/>
          <p:nvPr/>
        </p:nvSpPr>
        <p:spPr>
          <a:xfrm>
            <a:off x="1097280" y="5358384"/>
            <a:ext cx="438912" cy="438912"/>
          </a:xfrm>
          <a:prstGeom prst="ellipse">
            <a:avLst/>
          </a:prstGeom>
          <a:solidFill>
            <a:srgbClr val="2E7D5B"/>
          </a:solidFill>
          <a:ln/>
        </p:spPr>
      </p:sp>
      <p:pic>
        <p:nvPicPr>
          <p:cNvPr id="32" name="Image 8" descr="preencoded.png"/>
          <p:cNvPicPr>
            <a:picLocks noChangeAspect="1"/>
          </p:cNvPicPr>
          <p:nvPr/>
        </p:nvPicPr>
        <p:blipFill>
          <a:blip r:embed="rId8"/>
          <a:stretch>
            <a:fillRect/>
          </a:stretch>
        </p:blipFill>
        <p:spPr>
          <a:xfrm>
            <a:off x="1225296" y="5458968"/>
            <a:ext cx="182880" cy="237744"/>
          </a:xfrm>
          <a:prstGeom prst="rect">
            <a:avLst/>
          </a:prstGeom>
        </p:spPr>
      </p:pic>
      <p:sp>
        <p:nvSpPr>
          <p:cNvPr id="33" name="Text 22"/>
          <p:cNvSpPr/>
          <p:nvPr/>
        </p:nvSpPr>
        <p:spPr>
          <a:xfrm>
            <a:off x="1691640" y="5074920"/>
            <a:ext cx="9418320" cy="1005840"/>
          </a:xfrm>
          <a:prstGeom prst="rect">
            <a:avLst/>
          </a:prstGeom>
          <a:noFill/>
          <a:ln/>
        </p:spPr>
        <p:txBody>
          <a:bodyPr wrap="square" lIns="91440" tIns="45720" rIns="91440" bIns="45720" rtlCol="0" anchor="ctr"/>
          <a:lstStyle/>
          <a:p>
            <a:pPr marL="0" indent="0" algn="l">
              <a:buNone/>
            </a:pPr>
            <a:r>
              <a:rPr lang="en-US" b="1" dirty="0">
                <a:solidFill>
                  <a:srgbClr val="2E7D5B"/>
                </a:solidFill>
                <a:latin typeface="Calibri" pitchFamily="34" charset="0"/>
                <a:ea typeface="Calibri" pitchFamily="34" charset="-122"/>
                <a:cs typeface="Calibri" pitchFamily="34" charset="-120"/>
              </a:rPr>
              <a:t>Same idea powers UPI / PhonePe:  </a:t>
            </a:r>
            <a:r>
              <a:rPr lang="en-US" dirty="0">
                <a:solidFill>
                  <a:srgbClr val="1E293B"/>
                </a:solidFill>
                <a:latin typeface="Calibri" pitchFamily="34" charset="0"/>
                <a:ea typeface="Calibri" pitchFamily="34" charset="-122"/>
                <a:cs typeface="Calibri" pitchFamily="34" charset="-120"/>
              </a:rPr>
              <a:t>a transfer debits you and credits them as ONE atomic transaction — both happen or neither does. If power fails mid-way, recovery logs restore a clean state. (Atomicity · Consistency · Isolation · Durability = ACID)</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File System vs. DBMS: Side by Side</a:t>
            </a:r>
            <a:endParaRPr lang="en-US" sz="3200" dirty="0"/>
          </a:p>
        </p:txBody>
      </p:sp>
      <p:sp>
        <p:nvSpPr>
          <p:cNvPr id="4" name="Text 1"/>
          <p:cNvSpPr/>
          <p:nvPr/>
        </p:nvSpPr>
        <p:spPr>
          <a:xfrm>
            <a:off x="11338560" y="6455664"/>
            <a:ext cx="457200" cy="274320"/>
          </a:xfrm>
          <a:prstGeom prst="rect">
            <a:avLst/>
          </a:prstGeom>
          <a:noFill/>
          <a:ln/>
        </p:spPr>
        <p:txBody>
          <a:bodyPr wrap="square" rtlCol="0" anchor="ctr"/>
          <a:lstStyle/>
          <a:p>
            <a:pPr marL="0" indent="0" algn="r">
              <a:buNone/>
            </a:pPr>
            <a:r>
              <a:rPr lang="en-US" dirty="0">
                <a:solidFill>
                  <a:srgbClr val="6B7280"/>
                </a:solidFill>
                <a:latin typeface="Calibri" pitchFamily="34" charset="0"/>
                <a:ea typeface="Calibri" pitchFamily="34" charset="-122"/>
                <a:cs typeface="Calibri" pitchFamily="34" charset="-120"/>
              </a:rPr>
              <a:t>14</a:t>
            </a:r>
            <a:endParaRPr lang="en-US" dirty="0"/>
          </a:p>
        </p:txBody>
      </p:sp>
      <p:sp>
        <p:nvSpPr>
          <p:cNvPr id="5" name="Shape 2"/>
          <p:cNvSpPr/>
          <p:nvPr/>
        </p:nvSpPr>
        <p:spPr>
          <a:xfrm>
            <a:off x="2788920" y="1417320"/>
            <a:ext cx="4480560" cy="566928"/>
          </a:xfrm>
          <a:prstGeom prst="roundRect">
            <a:avLst>
              <a:gd name="adj" fmla="val 16129"/>
            </a:avLst>
          </a:prstGeom>
          <a:solidFill>
            <a:srgbClr val="B23A48"/>
          </a:solidFill>
          <a:ln/>
        </p:spPr>
      </p:sp>
      <p:sp>
        <p:nvSpPr>
          <p:cNvPr id="6" name="Text 3"/>
          <p:cNvSpPr/>
          <p:nvPr/>
        </p:nvSpPr>
        <p:spPr>
          <a:xfrm>
            <a:off x="2788920" y="1417320"/>
            <a:ext cx="4480560" cy="56692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File System</a:t>
            </a:r>
            <a:endParaRPr lang="en-US" dirty="0"/>
          </a:p>
        </p:txBody>
      </p:sp>
      <p:sp>
        <p:nvSpPr>
          <p:cNvPr id="7" name="Shape 4"/>
          <p:cNvSpPr/>
          <p:nvPr/>
        </p:nvSpPr>
        <p:spPr>
          <a:xfrm>
            <a:off x="7360920" y="1417320"/>
            <a:ext cx="4480560" cy="566928"/>
          </a:xfrm>
          <a:prstGeom prst="roundRect">
            <a:avLst>
              <a:gd name="adj" fmla="val 16129"/>
            </a:avLst>
          </a:prstGeom>
          <a:solidFill>
            <a:srgbClr val="1F4E79"/>
          </a:solidFill>
          <a:ln/>
        </p:spPr>
      </p:sp>
      <p:sp>
        <p:nvSpPr>
          <p:cNvPr id="8" name="Text 5"/>
          <p:cNvSpPr/>
          <p:nvPr/>
        </p:nvSpPr>
        <p:spPr>
          <a:xfrm>
            <a:off x="7360920" y="1417320"/>
            <a:ext cx="4480560" cy="56692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Database / DBMS</a:t>
            </a:r>
            <a:endParaRPr lang="en-US" dirty="0"/>
          </a:p>
        </p:txBody>
      </p:sp>
      <p:sp>
        <p:nvSpPr>
          <p:cNvPr id="9" name="Text 6"/>
          <p:cNvSpPr/>
          <p:nvPr/>
        </p:nvSpPr>
        <p:spPr>
          <a:xfrm>
            <a:off x="548640" y="2121408"/>
            <a:ext cx="2148840" cy="548640"/>
          </a:xfrm>
          <a:prstGeom prst="rect">
            <a:avLst/>
          </a:prstGeom>
          <a:noFill/>
          <a:ln/>
        </p:spPr>
        <p:txBody>
          <a:bodyPr wrap="square"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Organization</a:t>
            </a:r>
            <a:endParaRPr lang="en-US" dirty="0"/>
          </a:p>
        </p:txBody>
      </p:sp>
      <p:sp>
        <p:nvSpPr>
          <p:cNvPr id="10" name="Shape 7"/>
          <p:cNvSpPr/>
          <p:nvPr/>
        </p:nvSpPr>
        <p:spPr>
          <a:xfrm>
            <a:off x="2788920" y="2121408"/>
            <a:ext cx="4480560" cy="548640"/>
          </a:xfrm>
          <a:prstGeom prst="roundRect">
            <a:avLst>
              <a:gd name="adj" fmla="val 10000"/>
            </a:avLst>
          </a:prstGeom>
          <a:solidFill>
            <a:srgbClr val="FCF4F5"/>
          </a:solidFill>
          <a:ln w="9525">
            <a:solidFill>
              <a:srgbClr val="F1D2D6"/>
            </a:solidFill>
            <a:prstDash val="solid"/>
          </a:ln>
        </p:spPr>
      </p:sp>
      <p:pic>
        <p:nvPicPr>
          <p:cNvPr id="11" name="Image 1" descr="preencoded.png"/>
          <p:cNvPicPr>
            <a:picLocks noChangeAspect="1"/>
          </p:cNvPicPr>
          <p:nvPr/>
        </p:nvPicPr>
        <p:blipFill>
          <a:blip r:embed="rId4"/>
          <a:stretch>
            <a:fillRect/>
          </a:stretch>
        </p:blipFill>
        <p:spPr>
          <a:xfrm>
            <a:off x="2971800" y="2286000"/>
            <a:ext cx="219456" cy="219456"/>
          </a:xfrm>
          <a:prstGeom prst="rect">
            <a:avLst/>
          </a:prstGeom>
        </p:spPr>
      </p:pic>
      <p:sp>
        <p:nvSpPr>
          <p:cNvPr id="12" name="Text 8"/>
          <p:cNvSpPr/>
          <p:nvPr/>
        </p:nvSpPr>
        <p:spPr>
          <a:xfrm>
            <a:off x="3337560" y="2121408"/>
            <a:ext cx="3840480" cy="548640"/>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Separate files</a:t>
            </a:r>
            <a:endParaRPr lang="en-US" dirty="0"/>
          </a:p>
        </p:txBody>
      </p:sp>
      <p:sp>
        <p:nvSpPr>
          <p:cNvPr id="13" name="Shape 9"/>
          <p:cNvSpPr/>
          <p:nvPr/>
        </p:nvSpPr>
        <p:spPr>
          <a:xfrm>
            <a:off x="7360920" y="2121408"/>
            <a:ext cx="4480560" cy="548640"/>
          </a:xfrm>
          <a:prstGeom prst="roundRect">
            <a:avLst>
              <a:gd name="adj" fmla="val 10000"/>
            </a:avLst>
          </a:prstGeom>
          <a:solidFill>
            <a:srgbClr val="EAF6EF"/>
          </a:solidFill>
          <a:ln w="9525">
            <a:solidFill>
              <a:srgbClr val="CDE8DA"/>
            </a:solidFill>
            <a:prstDash val="solid"/>
          </a:ln>
        </p:spPr>
      </p:sp>
      <p:pic>
        <p:nvPicPr>
          <p:cNvPr id="14" name="Image 2" descr="preencoded.png"/>
          <p:cNvPicPr>
            <a:picLocks noChangeAspect="1"/>
          </p:cNvPicPr>
          <p:nvPr/>
        </p:nvPicPr>
        <p:blipFill>
          <a:blip r:embed="rId5"/>
          <a:stretch>
            <a:fillRect/>
          </a:stretch>
        </p:blipFill>
        <p:spPr>
          <a:xfrm>
            <a:off x="7654235" y="1766957"/>
            <a:ext cx="219456" cy="219456"/>
          </a:xfrm>
          <a:prstGeom prst="rect">
            <a:avLst/>
          </a:prstGeom>
        </p:spPr>
      </p:pic>
      <p:sp>
        <p:nvSpPr>
          <p:cNvPr id="15" name="Text 10"/>
          <p:cNvSpPr/>
          <p:nvPr/>
        </p:nvSpPr>
        <p:spPr>
          <a:xfrm>
            <a:off x="7909560" y="2121408"/>
            <a:ext cx="3840480" cy="548640"/>
          </a:xfrm>
          <a:prstGeom prst="rect">
            <a:avLst/>
          </a:prstGeom>
          <a:noFill/>
          <a:ln/>
        </p:spPr>
        <p:txBody>
          <a:bodyPr wrap="square" lIns="0" tIns="0" rIns="0" bIns="0"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Related tables + schema</a:t>
            </a:r>
            <a:endParaRPr lang="en-US" dirty="0"/>
          </a:p>
        </p:txBody>
      </p:sp>
      <p:sp>
        <p:nvSpPr>
          <p:cNvPr id="16" name="Text 11"/>
          <p:cNvSpPr/>
          <p:nvPr/>
        </p:nvSpPr>
        <p:spPr>
          <a:xfrm>
            <a:off x="548640" y="2715768"/>
            <a:ext cx="2148840" cy="548640"/>
          </a:xfrm>
          <a:prstGeom prst="rect">
            <a:avLst/>
          </a:prstGeom>
          <a:noFill/>
          <a:ln/>
        </p:spPr>
        <p:txBody>
          <a:bodyPr wrap="square"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Redundancy</a:t>
            </a:r>
            <a:endParaRPr lang="en-US" dirty="0"/>
          </a:p>
        </p:txBody>
      </p:sp>
      <p:sp>
        <p:nvSpPr>
          <p:cNvPr id="17" name="Shape 12"/>
          <p:cNvSpPr/>
          <p:nvPr/>
        </p:nvSpPr>
        <p:spPr>
          <a:xfrm>
            <a:off x="2788920" y="2715768"/>
            <a:ext cx="4480560" cy="548640"/>
          </a:xfrm>
          <a:prstGeom prst="roundRect">
            <a:avLst>
              <a:gd name="adj" fmla="val 10000"/>
            </a:avLst>
          </a:prstGeom>
          <a:solidFill>
            <a:srgbClr val="FCF4F5"/>
          </a:solidFill>
          <a:ln w="9525">
            <a:solidFill>
              <a:srgbClr val="F1D2D6"/>
            </a:solidFill>
            <a:prstDash val="solid"/>
          </a:ln>
        </p:spPr>
      </p:sp>
      <p:pic>
        <p:nvPicPr>
          <p:cNvPr id="18" name="Image 3" descr="preencoded.png"/>
          <p:cNvPicPr>
            <a:picLocks noChangeAspect="1"/>
          </p:cNvPicPr>
          <p:nvPr/>
        </p:nvPicPr>
        <p:blipFill>
          <a:blip r:embed="rId4"/>
          <a:stretch>
            <a:fillRect/>
          </a:stretch>
        </p:blipFill>
        <p:spPr>
          <a:xfrm>
            <a:off x="2971800" y="2880360"/>
            <a:ext cx="219456" cy="219456"/>
          </a:xfrm>
          <a:prstGeom prst="rect">
            <a:avLst/>
          </a:prstGeom>
        </p:spPr>
      </p:pic>
      <p:sp>
        <p:nvSpPr>
          <p:cNvPr id="19" name="Text 13"/>
          <p:cNvSpPr/>
          <p:nvPr/>
        </p:nvSpPr>
        <p:spPr>
          <a:xfrm>
            <a:off x="3337560" y="2715768"/>
            <a:ext cx="3840480" cy="548640"/>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Often high</a:t>
            </a:r>
            <a:endParaRPr lang="en-US" dirty="0"/>
          </a:p>
        </p:txBody>
      </p:sp>
      <p:sp>
        <p:nvSpPr>
          <p:cNvPr id="20" name="Shape 14"/>
          <p:cNvSpPr/>
          <p:nvPr/>
        </p:nvSpPr>
        <p:spPr>
          <a:xfrm>
            <a:off x="7360920" y="2715768"/>
            <a:ext cx="4480560" cy="548640"/>
          </a:xfrm>
          <a:prstGeom prst="roundRect">
            <a:avLst>
              <a:gd name="adj" fmla="val 10000"/>
            </a:avLst>
          </a:prstGeom>
          <a:solidFill>
            <a:srgbClr val="EAF6EF"/>
          </a:solidFill>
          <a:ln w="9525">
            <a:solidFill>
              <a:srgbClr val="CDE8DA"/>
            </a:solidFill>
            <a:prstDash val="solid"/>
          </a:ln>
        </p:spPr>
      </p:sp>
      <p:pic>
        <p:nvPicPr>
          <p:cNvPr id="21" name="Image 4" descr="preencoded.png"/>
          <p:cNvPicPr>
            <a:picLocks noChangeAspect="1"/>
          </p:cNvPicPr>
          <p:nvPr/>
        </p:nvPicPr>
        <p:blipFill>
          <a:blip r:embed="rId5"/>
          <a:stretch>
            <a:fillRect/>
          </a:stretch>
        </p:blipFill>
        <p:spPr>
          <a:xfrm>
            <a:off x="7543800" y="2880360"/>
            <a:ext cx="219456" cy="219456"/>
          </a:xfrm>
          <a:prstGeom prst="rect">
            <a:avLst/>
          </a:prstGeom>
        </p:spPr>
      </p:pic>
      <p:sp>
        <p:nvSpPr>
          <p:cNvPr id="22" name="Text 15"/>
          <p:cNvSpPr/>
          <p:nvPr/>
        </p:nvSpPr>
        <p:spPr>
          <a:xfrm>
            <a:off x="7909560" y="2715768"/>
            <a:ext cx="3840480" cy="548640"/>
          </a:xfrm>
          <a:prstGeom prst="rect">
            <a:avLst/>
          </a:prstGeom>
          <a:noFill/>
          <a:ln/>
        </p:spPr>
        <p:txBody>
          <a:bodyPr wrap="square" lIns="0" tIns="0" rIns="0" bIns="0"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Reduced &amp; controlled</a:t>
            </a:r>
            <a:endParaRPr lang="en-US" dirty="0"/>
          </a:p>
        </p:txBody>
      </p:sp>
      <p:sp>
        <p:nvSpPr>
          <p:cNvPr id="23" name="Text 16"/>
          <p:cNvSpPr/>
          <p:nvPr/>
        </p:nvSpPr>
        <p:spPr>
          <a:xfrm>
            <a:off x="548640" y="3310128"/>
            <a:ext cx="2148840" cy="548640"/>
          </a:xfrm>
          <a:prstGeom prst="rect">
            <a:avLst/>
          </a:prstGeom>
          <a:noFill/>
          <a:ln/>
        </p:spPr>
        <p:txBody>
          <a:bodyPr wrap="square"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Sharing</a:t>
            </a:r>
            <a:endParaRPr lang="en-US" dirty="0"/>
          </a:p>
        </p:txBody>
      </p:sp>
      <p:sp>
        <p:nvSpPr>
          <p:cNvPr id="24" name="Shape 17"/>
          <p:cNvSpPr/>
          <p:nvPr/>
        </p:nvSpPr>
        <p:spPr>
          <a:xfrm>
            <a:off x="2788920" y="3310128"/>
            <a:ext cx="4480560" cy="548640"/>
          </a:xfrm>
          <a:prstGeom prst="roundRect">
            <a:avLst>
              <a:gd name="adj" fmla="val 10000"/>
            </a:avLst>
          </a:prstGeom>
          <a:solidFill>
            <a:srgbClr val="FCF4F5"/>
          </a:solidFill>
          <a:ln w="9525">
            <a:solidFill>
              <a:srgbClr val="F1D2D6"/>
            </a:solidFill>
            <a:prstDash val="solid"/>
          </a:ln>
        </p:spPr>
      </p:sp>
      <p:pic>
        <p:nvPicPr>
          <p:cNvPr id="25" name="Image 5" descr="preencoded.png"/>
          <p:cNvPicPr>
            <a:picLocks noChangeAspect="1"/>
          </p:cNvPicPr>
          <p:nvPr/>
        </p:nvPicPr>
        <p:blipFill>
          <a:blip r:embed="rId4"/>
          <a:stretch>
            <a:fillRect/>
          </a:stretch>
        </p:blipFill>
        <p:spPr>
          <a:xfrm>
            <a:off x="2971800" y="3474720"/>
            <a:ext cx="219456" cy="219456"/>
          </a:xfrm>
          <a:prstGeom prst="rect">
            <a:avLst/>
          </a:prstGeom>
        </p:spPr>
      </p:pic>
      <p:sp>
        <p:nvSpPr>
          <p:cNvPr id="26" name="Text 18"/>
          <p:cNvSpPr/>
          <p:nvPr/>
        </p:nvSpPr>
        <p:spPr>
          <a:xfrm>
            <a:off x="3337560" y="3310128"/>
            <a:ext cx="3840480" cy="548640"/>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Difficult</a:t>
            </a:r>
            <a:endParaRPr lang="en-US" dirty="0"/>
          </a:p>
        </p:txBody>
      </p:sp>
      <p:sp>
        <p:nvSpPr>
          <p:cNvPr id="27" name="Shape 19"/>
          <p:cNvSpPr/>
          <p:nvPr/>
        </p:nvSpPr>
        <p:spPr>
          <a:xfrm>
            <a:off x="7360920" y="3310128"/>
            <a:ext cx="4480560" cy="548640"/>
          </a:xfrm>
          <a:prstGeom prst="roundRect">
            <a:avLst>
              <a:gd name="adj" fmla="val 10000"/>
            </a:avLst>
          </a:prstGeom>
          <a:solidFill>
            <a:srgbClr val="EAF6EF"/>
          </a:solidFill>
          <a:ln w="9525">
            <a:solidFill>
              <a:srgbClr val="CDE8DA"/>
            </a:solidFill>
            <a:prstDash val="solid"/>
          </a:ln>
        </p:spPr>
      </p:sp>
      <p:pic>
        <p:nvPicPr>
          <p:cNvPr id="28" name="Image 6" descr="preencoded.png"/>
          <p:cNvPicPr>
            <a:picLocks noChangeAspect="1"/>
          </p:cNvPicPr>
          <p:nvPr/>
        </p:nvPicPr>
        <p:blipFill>
          <a:blip r:embed="rId5"/>
          <a:stretch>
            <a:fillRect/>
          </a:stretch>
        </p:blipFill>
        <p:spPr>
          <a:xfrm>
            <a:off x="7543800" y="3474720"/>
            <a:ext cx="219456" cy="219456"/>
          </a:xfrm>
          <a:prstGeom prst="rect">
            <a:avLst/>
          </a:prstGeom>
        </p:spPr>
      </p:pic>
      <p:sp>
        <p:nvSpPr>
          <p:cNvPr id="29" name="Text 20"/>
          <p:cNvSpPr/>
          <p:nvPr/>
        </p:nvSpPr>
        <p:spPr>
          <a:xfrm>
            <a:off x="7909560" y="3310128"/>
            <a:ext cx="3840480" cy="548640"/>
          </a:xfrm>
          <a:prstGeom prst="rect">
            <a:avLst/>
          </a:prstGeom>
          <a:noFill/>
          <a:ln/>
        </p:spPr>
        <p:txBody>
          <a:bodyPr wrap="square" lIns="0" tIns="0" rIns="0" bIns="0"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Built for many users</a:t>
            </a:r>
            <a:endParaRPr lang="en-US" dirty="0"/>
          </a:p>
        </p:txBody>
      </p:sp>
      <p:sp>
        <p:nvSpPr>
          <p:cNvPr id="30" name="Text 21"/>
          <p:cNvSpPr/>
          <p:nvPr/>
        </p:nvSpPr>
        <p:spPr>
          <a:xfrm>
            <a:off x="548640" y="3904488"/>
            <a:ext cx="2148840" cy="548640"/>
          </a:xfrm>
          <a:prstGeom prst="rect">
            <a:avLst/>
          </a:prstGeom>
          <a:noFill/>
          <a:ln/>
        </p:spPr>
        <p:txBody>
          <a:bodyPr wrap="square"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Security</a:t>
            </a:r>
            <a:endParaRPr lang="en-US" dirty="0"/>
          </a:p>
        </p:txBody>
      </p:sp>
      <p:sp>
        <p:nvSpPr>
          <p:cNvPr id="31" name="Shape 22"/>
          <p:cNvSpPr/>
          <p:nvPr/>
        </p:nvSpPr>
        <p:spPr>
          <a:xfrm>
            <a:off x="2788920" y="3904488"/>
            <a:ext cx="4480560" cy="548640"/>
          </a:xfrm>
          <a:prstGeom prst="roundRect">
            <a:avLst>
              <a:gd name="adj" fmla="val 10000"/>
            </a:avLst>
          </a:prstGeom>
          <a:solidFill>
            <a:srgbClr val="FCF4F5"/>
          </a:solidFill>
          <a:ln w="9525">
            <a:solidFill>
              <a:srgbClr val="F1D2D6"/>
            </a:solidFill>
            <a:prstDash val="solid"/>
          </a:ln>
        </p:spPr>
      </p:sp>
      <p:pic>
        <p:nvPicPr>
          <p:cNvPr id="32" name="Image 7" descr="preencoded.png"/>
          <p:cNvPicPr>
            <a:picLocks noChangeAspect="1"/>
          </p:cNvPicPr>
          <p:nvPr/>
        </p:nvPicPr>
        <p:blipFill>
          <a:blip r:embed="rId4"/>
          <a:stretch>
            <a:fillRect/>
          </a:stretch>
        </p:blipFill>
        <p:spPr>
          <a:xfrm>
            <a:off x="2971800" y="4069080"/>
            <a:ext cx="219456" cy="219456"/>
          </a:xfrm>
          <a:prstGeom prst="rect">
            <a:avLst/>
          </a:prstGeom>
        </p:spPr>
      </p:pic>
      <p:sp>
        <p:nvSpPr>
          <p:cNvPr id="33" name="Text 23"/>
          <p:cNvSpPr/>
          <p:nvPr/>
        </p:nvSpPr>
        <p:spPr>
          <a:xfrm>
            <a:off x="3337560" y="3904488"/>
            <a:ext cx="3840480" cy="548640"/>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Basic permissions</a:t>
            </a:r>
            <a:endParaRPr lang="en-US" dirty="0"/>
          </a:p>
        </p:txBody>
      </p:sp>
      <p:sp>
        <p:nvSpPr>
          <p:cNvPr id="34" name="Shape 24"/>
          <p:cNvSpPr/>
          <p:nvPr/>
        </p:nvSpPr>
        <p:spPr>
          <a:xfrm>
            <a:off x="7360920" y="3904488"/>
            <a:ext cx="4480560" cy="548640"/>
          </a:xfrm>
          <a:prstGeom prst="roundRect">
            <a:avLst>
              <a:gd name="adj" fmla="val 10000"/>
            </a:avLst>
          </a:prstGeom>
          <a:solidFill>
            <a:srgbClr val="EAF6EF"/>
          </a:solidFill>
          <a:ln w="9525">
            <a:solidFill>
              <a:srgbClr val="CDE8DA"/>
            </a:solidFill>
            <a:prstDash val="solid"/>
          </a:ln>
        </p:spPr>
      </p:sp>
      <p:pic>
        <p:nvPicPr>
          <p:cNvPr id="35" name="Image 8" descr="preencoded.png"/>
          <p:cNvPicPr>
            <a:picLocks noChangeAspect="1"/>
          </p:cNvPicPr>
          <p:nvPr/>
        </p:nvPicPr>
        <p:blipFill>
          <a:blip r:embed="rId5"/>
          <a:stretch>
            <a:fillRect/>
          </a:stretch>
        </p:blipFill>
        <p:spPr>
          <a:xfrm>
            <a:off x="7543800" y="4069080"/>
            <a:ext cx="219456" cy="219456"/>
          </a:xfrm>
          <a:prstGeom prst="rect">
            <a:avLst/>
          </a:prstGeom>
        </p:spPr>
      </p:pic>
      <p:sp>
        <p:nvSpPr>
          <p:cNvPr id="36" name="Text 25"/>
          <p:cNvSpPr/>
          <p:nvPr/>
        </p:nvSpPr>
        <p:spPr>
          <a:xfrm>
            <a:off x="7909560" y="3904488"/>
            <a:ext cx="3840480" cy="548640"/>
          </a:xfrm>
          <a:prstGeom prst="rect">
            <a:avLst/>
          </a:prstGeom>
          <a:noFill/>
          <a:ln/>
        </p:spPr>
        <p:txBody>
          <a:bodyPr wrap="square" lIns="0" tIns="0" rIns="0" bIns="0"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Role-based control</a:t>
            </a:r>
            <a:endParaRPr lang="en-US" dirty="0"/>
          </a:p>
        </p:txBody>
      </p:sp>
      <p:sp>
        <p:nvSpPr>
          <p:cNvPr id="37" name="Text 26"/>
          <p:cNvSpPr/>
          <p:nvPr/>
        </p:nvSpPr>
        <p:spPr>
          <a:xfrm>
            <a:off x="548640" y="4498848"/>
            <a:ext cx="2148840" cy="548640"/>
          </a:xfrm>
          <a:prstGeom prst="rect">
            <a:avLst/>
          </a:prstGeom>
          <a:noFill/>
          <a:ln/>
        </p:spPr>
        <p:txBody>
          <a:bodyPr wrap="square"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Querying</a:t>
            </a:r>
            <a:endParaRPr lang="en-US" dirty="0"/>
          </a:p>
        </p:txBody>
      </p:sp>
      <p:sp>
        <p:nvSpPr>
          <p:cNvPr id="38" name="Shape 27"/>
          <p:cNvSpPr/>
          <p:nvPr/>
        </p:nvSpPr>
        <p:spPr>
          <a:xfrm>
            <a:off x="2788920" y="4498848"/>
            <a:ext cx="4480560" cy="548640"/>
          </a:xfrm>
          <a:prstGeom prst="roundRect">
            <a:avLst>
              <a:gd name="adj" fmla="val 10000"/>
            </a:avLst>
          </a:prstGeom>
          <a:solidFill>
            <a:srgbClr val="FCF4F5"/>
          </a:solidFill>
          <a:ln w="9525">
            <a:solidFill>
              <a:srgbClr val="F1D2D6"/>
            </a:solidFill>
            <a:prstDash val="solid"/>
          </a:ln>
        </p:spPr>
      </p:sp>
      <p:pic>
        <p:nvPicPr>
          <p:cNvPr id="39" name="Image 9" descr="preencoded.png"/>
          <p:cNvPicPr>
            <a:picLocks noChangeAspect="1"/>
          </p:cNvPicPr>
          <p:nvPr/>
        </p:nvPicPr>
        <p:blipFill>
          <a:blip r:embed="rId4"/>
          <a:stretch>
            <a:fillRect/>
          </a:stretch>
        </p:blipFill>
        <p:spPr>
          <a:xfrm>
            <a:off x="2971800" y="4663440"/>
            <a:ext cx="219456" cy="219456"/>
          </a:xfrm>
          <a:prstGeom prst="rect">
            <a:avLst/>
          </a:prstGeom>
        </p:spPr>
      </p:pic>
      <p:sp>
        <p:nvSpPr>
          <p:cNvPr id="40" name="Text 28"/>
          <p:cNvSpPr/>
          <p:nvPr/>
        </p:nvSpPr>
        <p:spPr>
          <a:xfrm>
            <a:off x="3337560" y="4498848"/>
            <a:ext cx="3840480" cy="548640"/>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Manual / by hand</a:t>
            </a:r>
            <a:endParaRPr lang="en-US" dirty="0"/>
          </a:p>
        </p:txBody>
      </p:sp>
      <p:sp>
        <p:nvSpPr>
          <p:cNvPr id="41" name="Shape 29"/>
          <p:cNvSpPr/>
          <p:nvPr/>
        </p:nvSpPr>
        <p:spPr>
          <a:xfrm>
            <a:off x="7360920" y="4498848"/>
            <a:ext cx="4480560" cy="548640"/>
          </a:xfrm>
          <a:prstGeom prst="roundRect">
            <a:avLst>
              <a:gd name="adj" fmla="val 10000"/>
            </a:avLst>
          </a:prstGeom>
          <a:solidFill>
            <a:srgbClr val="EAF6EF"/>
          </a:solidFill>
          <a:ln w="9525">
            <a:solidFill>
              <a:srgbClr val="CDE8DA"/>
            </a:solidFill>
            <a:prstDash val="solid"/>
          </a:ln>
        </p:spPr>
      </p:sp>
      <p:pic>
        <p:nvPicPr>
          <p:cNvPr id="42" name="Image 10" descr="preencoded.png"/>
          <p:cNvPicPr>
            <a:picLocks noChangeAspect="1"/>
          </p:cNvPicPr>
          <p:nvPr/>
        </p:nvPicPr>
        <p:blipFill>
          <a:blip r:embed="rId5"/>
          <a:stretch>
            <a:fillRect/>
          </a:stretch>
        </p:blipFill>
        <p:spPr>
          <a:xfrm>
            <a:off x="7543800" y="4663440"/>
            <a:ext cx="219456" cy="219456"/>
          </a:xfrm>
          <a:prstGeom prst="rect">
            <a:avLst/>
          </a:prstGeom>
        </p:spPr>
      </p:pic>
      <p:sp>
        <p:nvSpPr>
          <p:cNvPr id="43" name="Text 30"/>
          <p:cNvSpPr/>
          <p:nvPr/>
        </p:nvSpPr>
        <p:spPr>
          <a:xfrm>
            <a:off x="7909560" y="4498848"/>
            <a:ext cx="3840480" cy="548640"/>
          </a:xfrm>
          <a:prstGeom prst="rect">
            <a:avLst/>
          </a:prstGeom>
          <a:noFill/>
          <a:ln/>
        </p:spPr>
        <p:txBody>
          <a:bodyPr wrap="square" lIns="0" tIns="0" rIns="0" bIns="0"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SQL &amp; optimized search</a:t>
            </a:r>
            <a:endParaRPr lang="en-US" dirty="0"/>
          </a:p>
        </p:txBody>
      </p:sp>
      <p:sp>
        <p:nvSpPr>
          <p:cNvPr id="44" name="Text 31"/>
          <p:cNvSpPr/>
          <p:nvPr/>
        </p:nvSpPr>
        <p:spPr>
          <a:xfrm>
            <a:off x="548640" y="5093208"/>
            <a:ext cx="2148840" cy="548640"/>
          </a:xfrm>
          <a:prstGeom prst="rect">
            <a:avLst/>
          </a:prstGeom>
          <a:noFill/>
          <a:ln/>
        </p:spPr>
        <p:txBody>
          <a:bodyPr wrap="square"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Recovery</a:t>
            </a:r>
            <a:endParaRPr lang="en-US" dirty="0"/>
          </a:p>
        </p:txBody>
      </p:sp>
      <p:sp>
        <p:nvSpPr>
          <p:cNvPr id="45" name="Shape 32"/>
          <p:cNvSpPr/>
          <p:nvPr/>
        </p:nvSpPr>
        <p:spPr>
          <a:xfrm>
            <a:off x="2788920" y="5093208"/>
            <a:ext cx="4480560" cy="548640"/>
          </a:xfrm>
          <a:prstGeom prst="roundRect">
            <a:avLst>
              <a:gd name="adj" fmla="val 10000"/>
            </a:avLst>
          </a:prstGeom>
          <a:solidFill>
            <a:srgbClr val="FCF4F5"/>
          </a:solidFill>
          <a:ln w="9525">
            <a:solidFill>
              <a:srgbClr val="F1D2D6"/>
            </a:solidFill>
            <a:prstDash val="solid"/>
          </a:ln>
        </p:spPr>
      </p:sp>
      <p:pic>
        <p:nvPicPr>
          <p:cNvPr id="46" name="Image 11" descr="preencoded.png"/>
          <p:cNvPicPr>
            <a:picLocks noChangeAspect="1"/>
          </p:cNvPicPr>
          <p:nvPr/>
        </p:nvPicPr>
        <p:blipFill>
          <a:blip r:embed="rId4"/>
          <a:stretch>
            <a:fillRect/>
          </a:stretch>
        </p:blipFill>
        <p:spPr>
          <a:xfrm>
            <a:off x="2971800" y="5257800"/>
            <a:ext cx="219456" cy="219456"/>
          </a:xfrm>
          <a:prstGeom prst="rect">
            <a:avLst/>
          </a:prstGeom>
        </p:spPr>
      </p:pic>
      <p:sp>
        <p:nvSpPr>
          <p:cNvPr id="47" name="Text 33"/>
          <p:cNvSpPr/>
          <p:nvPr/>
        </p:nvSpPr>
        <p:spPr>
          <a:xfrm>
            <a:off x="3337560" y="5093208"/>
            <a:ext cx="3840480" cy="548640"/>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Limited</a:t>
            </a:r>
            <a:endParaRPr lang="en-US" dirty="0"/>
          </a:p>
        </p:txBody>
      </p:sp>
      <p:sp>
        <p:nvSpPr>
          <p:cNvPr id="48" name="Shape 34"/>
          <p:cNvSpPr/>
          <p:nvPr/>
        </p:nvSpPr>
        <p:spPr>
          <a:xfrm>
            <a:off x="7360920" y="5093208"/>
            <a:ext cx="4480560" cy="548640"/>
          </a:xfrm>
          <a:prstGeom prst="roundRect">
            <a:avLst>
              <a:gd name="adj" fmla="val 10000"/>
            </a:avLst>
          </a:prstGeom>
          <a:solidFill>
            <a:srgbClr val="EAF6EF"/>
          </a:solidFill>
          <a:ln w="9525">
            <a:solidFill>
              <a:srgbClr val="CDE8DA"/>
            </a:solidFill>
            <a:prstDash val="solid"/>
          </a:ln>
        </p:spPr>
      </p:sp>
      <p:pic>
        <p:nvPicPr>
          <p:cNvPr id="49" name="Image 12" descr="preencoded.png"/>
          <p:cNvPicPr>
            <a:picLocks noChangeAspect="1"/>
          </p:cNvPicPr>
          <p:nvPr/>
        </p:nvPicPr>
        <p:blipFill>
          <a:blip r:embed="rId5"/>
          <a:stretch>
            <a:fillRect/>
          </a:stretch>
        </p:blipFill>
        <p:spPr>
          <a:xfrm>
            <a:off x="7543800" y="5257800"/>
            <a:ext cx="219456" cy="219456"/>
          </a:xfrm>
          <a:prstGeom prst="rect">
            <a:avLst/>
          </a:prstGeom>
        </p:spPr>
      </p:pic>
      <p:sp>
        <p:nvSpPr>
          <p:cNvPr id="50" name="Text 35"/>
          <p:cNvSpPr/>
          <p:nvPr/>
        </p:nvSpPr>
        <p:spPr>
          <a:xfrm>
            <a:off x="7909560" y="5093208"/>
            <a:ext cx="3840480" cy="548640"/>
          </a:xfrm>
          <a:prstGeom prst="rect">
            <a:avLst/>
          </a:prstGeom>
          <a:noFill/>
          <a:ln/>
        </p:spPr>
        <p:txBody>
          <a:bodyPr wrap="square" lIns="0" tIns="0" rIns="0" bIns="0"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Backups, logs, restore</a:t>
            </a:r>
            <a:endParaRPr lang="en-US" dirty="0"/>
          </a:p>
        </p:txBody>
      </p:sp>
      <p:sp>
        <p:nvSpPr>
          <p:cNvPr id="51" name="Text 36"/>
          <p:cNvSpPr/>
          <p:nvPr/>
        </p:nvSpPr>
        <p:spPr>
          <a:xfrm>
            <a:off x="548640" y="5687568"/>
            <a:ext cx="2148840" cy="548640"/>
          </a:xfrm>
          <a:prstGeom prst="rect">
            <a:avLst/>
          </a:prstGeom>
          <a:noFill/>
          <a:ln/>
        </p:spPr>
        <p:txBody>
          <a:bodyPr wrap="square"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Concurrency</a:t>
            </a:r>
            <a:endParaRPr lang="en-US" dirty="0"/>
          </a:p>
        </p:txBody>
      </p:sp>
      <p:sp>
        <p:nvSpPr>
          <p:cNvPr id="52" name="Shape 37"/>
          <p:cNvSpPr/>
          <p:nvPr/>
        </p:nvSpPr>
        <p:spPr>
          <a:xfrm>
            <a:off x="2788920" y="5687568"/>
            <a:ext cx="4480560" cy="548640"/>
          </a:xfrm>
          <a:prstGeom prst="roundRect">
            <a:avLst>
              <a:gd name="adj" fmla="val 10000"/>
            </a:avLst>
          </a:prstGeom>
          <a:solidFill>
            <a:srgbClr val="FCF4F5"/>
          </a:solidFill>
          <a:ln w="9525">
            <a:solidFill>
              <a:srgbClr val="F1D2D6"/>
            </a:solidFill>
            <a:prstDash val="solid"/>
          </a:ln>
        </p:spPr>
      </p:sp>
      <p:pic>
        <p:nvPicPr>
          <p:cNvPr id="53" name="Image 13" descr="preencoded.png"/>
          <p:cNvPicPr>
            <a:picLocks noChangeAspect="1"/>
          </p:cNvPicPr>
          <p:nvPr/>
        </p:nvPicPr>
        <p:blipFill>
          <a:blip r:embed="rId4"/>
          <a:stretch>
            <a:fillRect/>
          </a:stretch>
        </p:blipFill>
        <p:spPr>
          <a:xfrm>
            <a:off x="2971800" y="5852160"/>
            <a:ext cx="219456" cy="219456"/>
          </a:xfrm>
          <a:prstGeom prst="rect">
            <a:avLst/>
          </a:prstGeom>
        </p:spPr>
      </p:pic>
      <p:sp>
        <p:nvSpPr>
          <p:cNvPr id="54" name="Text 38"/>
          <p:cNvSpPr/>
          <p:nvPr/>
        </p:nvSpPr>
        <p:spPr>
          <a:xfrm>
            <a:off x="3337560" y="5687568"/>
            <a:ext cx="3840480" cy="548640"/>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Weak</a:t>
            </a:r>
            <a:endParaRPr lang="en-US" dirty="0"/>
          </a:p>
        </p:txBody>
      </p:sp>
      <p:sp>
        <p:nvSpPr>
          <p:cNvPr id="55" name="Shape 39"/>
          <p:cNvSpPr/>
          <p:nvPr/>
        </p:nvSpPr>
        <p:spPr>
          <a:xfrm>
            <a:off x="7360920" y="5687568"/>
            <a:ext cx="4480560" cy="548640"/>
          </a:xfrm>
          <a:prstGeom prst="roundRect">
            <a:avLst>
              <a:gd name="adj" fmla="val 10000"/>
            </a:avLst>
          </a:prstGeom>
          <a:solidFill>
            <a:srgbClr val="EAF6EF"/>
          </a:solidFill>
          <a:ln w="9525">
            <a:solidFill>
              <a:srgbClr val="CDE8DA"/>
            </a:solidFill>
            <a:prstDash val="solid"/>
          </a:ln>
        </p:spPr>
      </p:sp>
      <p:pic>
        <p:nvPicPr>
          <p:cNvPr id="56" name="Image 14" descr="preencoded.png"/>
          <p:cNvPicPr>
            <a:picLocks noChangeAspect="1"/>
          </p:cNvPicPr>
          <p:nvPr/>
        </p:nvPicPr>
        <p:blipFill>
          <a:blip r:embed="rId5"/>
          <a:stretch>
            <a:fillRect/>
          </a:stretch>
        </p:blipFill>
        <p:spPr>
          <a:xfrm>
            <a:off x="7543800" y="5852160"/>
            <a:ext cx="219456" cy="219456"/>
          </a:xfrm>
          <a:prstGeom prst="rect">
            <a:avLst/>
          </a:prstGeom>
        </p:spPr>
      </p:pic>
      <p:sp>
        <p:nvSpPr>
          <p:cNvPr id="57" name="Text 40"/>
          <p:cNvSpPr/>
          <p:nvPr/>
        </p:nvSpPr>
        <p:spPr>
          <a:xfrm>
            <a:off x="7909560" y="5687568"/>
            <a:ext cx="3840480" cy="548640"/>
          </a:xfrm>
          <a:prstGeom prst="rect">
            <a:avLst/>
          </a:prstGeom>
          <a:noFill/>
          <a:ln/>
        </p:spPr>
        <p:txBody>
          <a:bodyPr wrap="square" lIns="0" tIns="0" rIns="0" bIns="0" rtlCol="0" anchor="ctr"/>
          <a:lstStyle/>
          <a:p>
            <a:pPr marL="0" indent="0" algn="l">
              <a:buNone/>
            </a:pPr>
            <a:r>
              <a:rPr lang="en-US" b="1" dirty="0">
                <a:solidFill>
                  <a:srgbClr val="1E293B"/>
                </a:solidFill>
                <a:latin typeface="Calibri" pitchFamily="34" charset="0"/>
                <a:ea typeface="Calibri" pitchFamily="34" charset="-122"/>
                <a:cs typeface="Calibri" pitchFamily="34" charset="-120"/>
              </a:rPr>
              <a:t>Transactions &amp; locking</a:t>
            </a:r>
            <a:endParaRPr lang="en-US" dirty="0"/>
          </a:p>
        </p:txBody>
      </p:sp>
      <p:sp>
        <p:nvSpPr>
          <p:cNvPr id="58" name="Text 41"/>
          <p:cNvSpPr/>
          <p:nvPr/>
        </p:nvSpPr>
        <p:spPr>
          <a:xfrm>
            <a:off x="457200" y="6309360"/>
            <a:ext cx="11274552" cy="320040"/>
          </a:xfrm>
          <a:prstGeom prst="rect">
            <a:avLst/>
          </a:prstGeom>
          <a:noFill/>
          <a:ln/>
        </p:spPr>
        <p:txBody>
          <a:bodyPr wrap="square" rtlCol="0" anchor="ctr"/>
          <a:lstStyle/>
          <a:p>
            <a:pPr marL="0" indent="0" algn="ct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Inside a DBMS: The Middle Layer</a:t>
            </a:r>
            <a:endParaRPr lang="en-US" sz="3200" dirty="0"/>
          </a:p>
        </p:txBody>
      </p:sp>
      <p:sp>
        <p:nvSpPr>
          <p:cNvPr id="4" name="Text 1"/>
          <p:cNvSpPr/>
          <p:nvPr/>
        </p:nvSpPr>
        <p:spPr>
          <a:xfrm>
            <a:off x="457200" y="1024128"/>
            <a:ext cx="10515600" cy="365760"/>
          </a:xfrm>
          <a:prstGeom prst="rect">
            <a:avLst/>
          </a:prstGeom>
          <a:noFill/>
          <a:ln/>
        </p:spPr>
        <p:txBody>
          <a:bodyPr wrap="square" rtlCol="0" anchor="ctr"/>
          <a:lstStyle/>
          <a:p>
            <a:pPr marL="0" indent="0" algn="l">
              <a:buNone/>
            </a:pPr>
            <a:endParaRPr lang="en-US" dirty="0"/>
          </a:p>
        </p:txBody>
      </p:sp>
      <p:sp>
        <p:nvSpPr>
          <p:cNvPr id="5" name="Text 2"/>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15</a:t>
            </a:r>
            <a:endParaRPr lang="en-US" sz="1100" dirty="0"/>
          </a:p>
        </p:txBody>
      </p:sp>
      <p:sp>
        <p:nvSpPr>
          <p:cNvPr id="6" name="Shape 3"/>
          <p:cNvSpPr/>
          <p:nvPr/>
        </p:nvSpPr>
        <p:spPr>
          <a:xfrm>
            <a:off x="3236976" y="1600200"/>
            <a:ext cx="5815584" cy="640080"/>
          </a:xfrm>
          <a:prstGeom prst="roundRect">
            <a:avLst>
              <a:gd name="adj" fmla="val 14286"/>
            </a:avLst>
          </a:prstGeom>
          <a:solidFill>
            <a:srgbClr val="5B9BD5"/>
          </a:solidFill>
          <a:ln/>
        </p:spPr>
      </p:sp>
      <p:pic>
        <p:nvPicPr>
          <p:cNvPr id="7" name="Image 1" descr="preencoded.png"/>
          <p:cNvPicPr>
            <a:picLocks noChangeAspect="1"/>
          </p:cNvPicPr>
          <p:nvPr/>
        </p:nvPicPr>
        <p:blipFill>
          <a:blip r:embed="rId4"/>
          <a:stretch>
            <a:fillRect/>
          </a:stretch>
        </p:blipFill>
        <p:spPr>
          <a:xfrm>
            <a:off x="3840480" y="1737360"/>
            <a:ext cx="365760" cy="365760"/>
          </a:xfrm>
          <a:prstGeom prst="rect">
            <a:avLst/>
          </a:prstGeom>
        </p:spPr>
      </p:pic>
      <p:sp>
        <p:nvSpPr>
          <p:cNvPr id="8" name="Text 4"/>
          <p:cNvSpPr/>
          <p:nvPr/>
        </p:nvSpPr>
        <p:spPr>
          <a:xfrm>
            <a:off x="4389119" y="1600200"/>
            <a:ext cx="4535425" cy="640080"/>
          </a:xfrm>
          <a:prstGeom prst="rect">
            <a:avLst/>
          </a:prstGeom>
          <a:noFill/>
          <a:ln/>
        </p:spPr>
        <p:txBody>
          <a:bodyPr wrap="square" rtlCol="0" anchor="ctr"/>
          <a:lstStyle/>
          <a:p>
            <a:pPr marL="0" indent="0" algn="l">
              <a:buNone/>
            </a:pPr>
            <a:r>
              <a:rPr lang="en-US" b="1" dirty="0">
                <a:solidFill>
                  <a:srgbClr val="FFFFFF"/>
                </a:solidFill>
                <a:latin typeface="Calibri" pitchFamily="34" charset="0"/>
                <a:ea typeface="Calibri" pitchFamily="34" charset="-122"/>
                <a:cs typeface="Calibri" pitchFamily="34" charset="-120"/>
              </a:rPr>
              <a:t>USERS  —  Students · Faculty · Apps ·APIs</a:t>
            </a:r>
            <a:endParaRPr lang="en-US" dirty="0"/>
          </a:p>
        </p:txBody>
      </p:sp>
      <p:pic>
        <p:nvPicPr>
          <p:cNvPr id="9" name="Image 2" descr="preencoded.png"/>
          <p:cNvPicPr>
            <a:picLocks noChangeAspect="1"/>
          </p:cNvPicPr>
          <p:nvPr/>
        </p:nvPicPr>
        <p:blipFill>
          <a:blip r:embed="rId5"/>
          <a:stretch>
            <a:fillRect/>
          </a:stretch>
        </p:blipFill>
        <p:spPr>
          <a:xfrm>
            <a:off x="5943600" y="2304288"/>
            <a:ext cx="274320" cy="274320"/>
          </a:xfrm>
          <a:prstGeom prst="rect">
            <a:avLst/>
          </a:prstGeom>
        </p:spPr>
      </p:pic>
      <p:sp>
        <p:nvSpPr>
          <p:cNvPr id="10" name="Shape 5"/>
          <p:cNvSpPr/>
          <p:nvPr/>
        </p:nvSpPr>
        <p:spPr>
          <a:xfrm>
            <a:off x="2194560" y="2697480"/>
            <a:ext cx="7772400" cy="1954348"/>
          </a:xfrm>
          <a:prstGeom prst="roundRect">
            <a:avLst>
              <a:gd name="adj" fmla="val 6829"/>
            </a:avLst>
          </a:prstGeom>
          <a:solidFill>
            <a:srgbClr val="1F4E79"/>
          </a:solidFill>
          <a:ln/>
          <a:effectLst>
            <a:outerShdw blurRad="127000" dist="50800" dir="5400000" algn="bl" rotWithShape="0">
              <a:srgbClr val="5A6B7E">
                <a:alpha val="40000"/>
              </a:srgbClr>
            </a:outerShdw>
          </a:effectLst>
        </p:spPr>
      </p:sp>
      <p:sp>
        <p:nvSpPr>
          <p:cNvPr id="11" name="Text 6"/>
          <p:cNvSpPr/>
          <p:nvPr/>
        </p:nvSpPr>
        <p:spPr>
          <a:xfrm>
            <a:off x="2194560" y="2807208"/>
            <a:ext cx="7772400" cy="365760"/>
          </a:xfrm>
          <a:prstGeom prst="rect">
            <a:avLst/>
          </a:prstGeom>
          <a:noFill/>
          <a:ln/>
        </p:spPr>
        <p:txBody>
          <a:bodyPr wrap="square" rtlCol="0" anchor="ctr"/>
          <a:lstStyle/>
          <a:p>
            <a:pPr marL="0" indent="0" algn="ctr">
              <a:buNone/>
            </a:pPr>
            <a:r>
              <a:rPr lang="en-US" sz="1600" b="1" dirty="0">
                <a:solidFill>
                  <a:srgbClr val="F0A32E"/>
                </a:solidFill>
                <a:latin typeface="Calibri" pitchFamily="34" charset="0"/>
                <a:ea typeface="Calibri" pitchFamily="34" charset="-122"/>
                <a:cs typeface="Calibri" pitchFamily="34" charset="-120"/>
              </a:rPr>
              <a:t>DBMS</a:t>
            </a:r>
            <a:endParaRPr lang="en-US" sz="1600" dirty="0"/>
          </a:p>
        </p:txBody>
      </p:sp>
      <p:sp>
        <p:nvSpPr>
          <p:cNvPr id="12" name="Shape 7"/>
          <p:cNvSpPr/>
          <p:nvPr/>
        </p:nvSpPr>
        <p:spPr>
          <a:xfrm>
            <a:off x="2343258" y="3264408"/>
            <a:ext cx="1330236" cy="1382485"/>
          </a:xfrm>
          <a:prstGeom prst="roundRect">
            <a:avLst>
              <a:gd name="adj" fmla="val 8000"/>
            </a:avLst>
          </a:prstGeom>
          <a:solidFill>
            <a:srgbClr val="FFFFFF"/>
          </a:solidFill>
          <a:ln/>
        </p:spPr>
      </p:sp>
      <p:sp>
        <p:nvSpPr>
          <p:cNvPr id="13" name="Shape 8"/>
          <p:cNvSpPr/>
          <p:nvPr/>
        </p:nvSpPr>
        <p:spPr>
          <a:xfrm>
            <a:off x="2779776" y="3401568"/>
            <a:ext cx="457200" cy="457200"/>
          </a:xfrm>
          <a:prstGeom prst="ellipse">
            <a:avLst/>
          </a:prstGeom>
          <a:solidFill>
            <a:srgbClr val="1F4E79"/>
          </a:solidFill>
          <a:ln/>
        </p:spPr>
      </p:sp>
      <p:pic>
        <p:nvPicPr>
          <p:cNvPr id="14" name="Image 3" descr="preencoded.png"/>
          <p:cNvPicPr>
            <a:picLocks noChangeAspect="1"/>
          </p:cNvPicPr>
          <p:nvPr/>
        </p:nvPicPr>
        <p:blipFill>
          <a:blip r:embed="rId6"/>
          <a:stretch>
            <a:fillRect/>
          </a:stretch>
        </p:blipFill>
        <p:spPr>
          <a:xfrm>
            <a:off x="2907792" y="3529584"/>
            <a:ext cx="201168" cy="201168"/>
          </a:xfrm>
          <a:prstGeom prst="rect">
            <a:avLst/>
          </a:prstGeom>
        </p:spPr>
      </p:pic>
      <p:sp>
        <p:nvSpPr>
          <p:cNvPr id="15" name="Text 9"/>
          <p:cNvSpPr/>
          <p:nvPr/>
        </p:nvSpPr>
        <p:spPr>
          <a:xfrm>
            <a:off x="2345436" y="3886200"/>
            <a:ext cx="1325880" cy="274320"/>
          </a:xfrm>
          <a:prstGeom prst="rect">
            <a:avLst/>
          </a:prstGeom>
          <a:noFill/>
          <a:ln/>
        </p:spPr>
        <p:txBody>
          <a:bodyPr wrap="square"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Queries</a:t>
            </a:r>
            <a:endParaRPr lang="en-US" sz="1600" dirty="0"/>
          </a:p>
        </p:txBody>
      </p:sp>
      <p:sp>
        <p:nvSpPr>
          <p:cNvPr id="16" name="Text 10"/>
          <p:cNvSpPr/>
          <p:nvPr/>
        </p:nvSpPr>
        <p:spPr>
          <a:xfrm>
            <a:off x="2345436" y="4265603"/>
            <a:ext cx="1325880" cy="237744"/>
          </a:xfrm>
          <a:prstGeom prst="rect">
            <a:avLst/>
          </a:prstGeom>
          <a:noFill/>
          <a:ln/>
        </p:spPr>
        <p:txBody>
          <a:bodyPr wrap="square" lIns="91440" tIns="45720" rIns="91440" bIns="45720" rtlCol="0" anchor="ctr"/>
          <a:lstStyle/>
          <a:p>
            <a:pPr marL="0" indent="0" algn="ctr">
              <a:buNone/>
            </a:pPr>
            <a:r>
              <a:rPr lang="en-US" sz="1600" dirty="0">
                <a:solidFill>
                  <a:srgbClr val="64748B"/>
                </a:solidFill>
                <a:latin typeface="Calibri"/>
                <a:ea typeface="Calibri"/>
                <a:cs typeface="Calibri"/>
              </a:rPr>
              <a:t>reads SQL, plans work</a:t>
            </a:r>
            <a:endParaRPr lang="en-US" sz="1600">
              <a:latin typeface="Calibri"/>
              <a:ea typeface="Calibri"/>
              <a:cs typeface="Calibri"/>
            </a:endParaRPr>
          </a:p>
        </p:txBody>
      </p:sp>
      <p:sp>
        <p:nvSpPr>
          <p:cNvPr id="17" name="Shape 11"/>
          <p:cNvSpPr/>
          <p:nvPr/>
        </p:nvSpPr>
        <p:spPr>
          <a:xfrm>
            <a:off x="3843165" y="3264408"/>
            <a:ext cx="1366521" cy="1389742"/>
          </a:xfrm>
          <a:prstGeom prst="roundRect">
            <a:avLst>
              <a:gd name="adj" fmla="val 8000"/>
            </a:avLst>
          </a:prstGeom>
          <a:solidFill>
            <a:srgbClr val="FFFFFF"/>
          </a:solidFill>
          <a:ln/>
        </p:spPr>
      </p:sp>
      <p:sp>
        <p:nvSpPr>
          <p:cNvPr id="18" name="Shape 12"/>
          <p:cNvSpPr/>
          <p:nvPr/>
        </p:nvSpPr>
        <p:spPr>
          <a:xfrm>
            <a:off x="4315968" y="3401568"/>
            <a:ext cx="457200" cy="457200"/>
          </a:xfrm>
          <a:prstGeom prst="ellipse">
            <a:avLst/>
          </a:prstGeom>
          <a:solidFill>
            <a:srgbClr val="1F4E79"/>
          </a:solidFill>
          <a:ln/>
        </p:spPr>
      </p:sp>
      <p:pic>
        <p:nvPicPr>
          <p:cNvPr id="19" name="Image 4" descr="preencoded.png"/>
          <p:cNvPicPr>
            <a:picLocks noChangeAspect="1"/>
          </p:cNvPicPr>
          <p:nvPr/>
        </p:nvPicPr>
        <p:blipFill>
          <a:blip r:embed="rId7"/>
          <a:stretch>
            <a:fillRect/>
          </a:stretch>
        </p:blipFill>
        <p:spPr>
          <a:xfrm>
            <a:off x="4443984" y="3529584"/>
            <a:ext cx="201168" cy="201168"/>
          </a:xfrm>
          <a:prstGeom prst="rect">
            <a:avLst/>
          </a:prstGeom>
        </p:spPr>
      </p:pic>
      <p:sp>
        <p:nvSpPr>
          <p:cNvPr id="20" name="Text 13"/>
          <p:cNvSpPr/>
          <p:nvPr/>
        </p:nvSpPr>
        <p:spPr>
          <a:xfrm>
            <a:off x="3881628" y="3886200"/>
            <a:ext cx="1325880" cy="274320"/>
          </a:xfrm>
          <a:prstGeom prst="rect">
            <a:avLst/>
          </a:prstGeom>
          <a:noFill/>
          <a:ln/>
        </p:spPr>
        <p:txBody>
          <a:bodyPr wrap="square"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Security</a:t>
            </a:r>
            <a:endParaRPr lang="en-US" sz="1600" dirty="0"/>
          </a:p>
        </p:txBody>
      </p:sp>
      <p:sp>
        <p:nvSpPr>
          <p:cNvPr id="21" name="Text 14"/>
          <p:cNvSpPr/>
          <p:nvPr/>
        </p:nvSpPr>
        <p:spPr>
          <a:xfrm>
            <a:off x="3881628" y="4265603"/>
            <a:ext cx="1325880" cy="237744"/>
          </a:xfrm>
          <a:prstGeom prst="rect">
            <a:avLst/>
          </a:prstGeom>
          <a:noFill/>
          <a:ln/>
        </p:spPr>
        <p:txBody>
          <a:bodyPr wrap="square" rtlCol="0" anchor="ctr"/>
          <a:lstStyle/>
          <a:p>
            <a:pPr marL="0" indent="0" algn="ctr">
              <a:buNone/>
            </a:pPr>
            <a:r>
              <a:rPr lang="en-US" sz="1600" dirty="0">
                <a:solidFill>
                  <a:srgbClr val="64748B"/>
                </a:solidFill>
                <a:latin typeface="Calibri" pitchFamily="34" charset="0"/>
                <a:ea typeface="Calibri" pitchFamily="34" charset="-122"/>
                <a:cs typeface="Calibri" pitchFamily="34" charset="-120"/>
              </a:rPr>
              <a:t>roles &amp; permissions</a:t>
            </a:r>
            <a:endParaRPr lang="en-US" sz="1600" dirty="0"/>
          </a:p>
        </p:txBody>
      </p:sp>
      <p:sp>
        <p:nvSpPr>
          <p:cNvPr id="22" name="Shape 15"/>
          <p:cNvSpPr/>
          <p:nvPr/>
        </p:nvSpPr>
        <p:spPr>
          <a:xfrm>
            <a:off x="5408385" y="3264408"/>
            <a:ext cx="1330235" cy="1389742"/>
          </a:xfrm>
          <a:prstGeom prst="roundRect">
            <a:avLst>
              <a:gd name="adj" fmla="val 8000"/>
            </a:avLst>
          </a:prstGeom>
          <a:solidFill>
            <a:srgbClr val="FFFFFF"/>
          </a:solidFill>
          <a:ln/>
        </p:spPr>
      </p:sp>
      <p:sp>
        <p:nvSpPr>
          <p:cNvPr id="23" name="Shape 16"/>
          <p:cNvSpPr/>
          <p:nvPr/>
        </p:nvSpPr>
        <p:spPr>
          <a:xfrm>
            <a:off x="5852160" y="3401568"/>
            <a:ext cx="457200" cy="457200"/>
          </a:xfrm>
          <a:prstGeom prst="ellipse">
            <a:avLst/>
          </a:prstGeom>
          <a:solidFill>
            <a:srgbClr val="1F4E79"/>
          </a:solidFill>
          <a:ln/>
        </p:spPr>
      </p:sp>
      <p:pic>
        <p:nvPicPr>
          <p:cNvPr id="24" name="Image 5" descr="preencoded.png"/>
          <p:cNvPicPr>
            <a:picLocks noChangeAspect="1"/>
          </p:cNvPicPr>
          <p:nvPr/>
        </p:nvPicPr>
        <p:blipFill>
          <a:blip r:embed="rId8"/>
          <a:stretch>
            <a:fillRect/>
          </a:stretch>
        </p:blipFill>
        <p:spPr>
          <a:xfrm>
            <a:off x="5980176" y="3529584"/>
            <a:ext cx="201168" cy="201168"/>
          </a:xfrm>
          <a:prstGeom prst="rect">
            <a:avLst/>
          </a:prstGeom>
        </p:spPr>
      </p:pic>
      <p:sp>
        <p:nvSpPr>
          <p:cNvPr id="25" name="Text 17"/>
          <p:cNvSpPr/>
          <p:nvPr/>
        </p:nvSpPr>
        <p:spPr>
          <a:xfrm>
            <a:off x="5417820" y="3886200"/>
            <a:ext cx="1325880" cy="274320"/>
          </a:xfrm>
          <a:prstGeom prst="rect">
            <a:avLst/>
          </a:prstGeom>
          <a:noFill/>
          <a:ln/>
        </p:spPr>
        <p:txBody>
          <a:bodyPr wrap="square"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Integrity</a:t>
            </a:r>
            <a:endParaRPr lang="en-US" sz="1600" dirty="0"/>
          </a:p>
        </p:txBody>
      </p:sp>
      <p:sp>
        <p:nvSpPr>
          <p:cNvPr id="26" name="Text 18"/>
          <p:cNvSpPr/>
          <p:nvPr/>
        </p:nvSpPr>
        <p:spPr>
          <a:xfrm>
            <a:off x="5417820" y="4265603"/>
            <a:ext cx="1325880" cy="237744"/>
          </a:xfrm>
          <a:prstGeom prst="rect">
            <a:avLst/>
          </a:prstGeom>
          <a:noFill/>
          <a:ln/>
        </p:spPr>
        <p:txBody>
          <a:bodyPr wrap="square" rtlCol="0" anchor="ctr"/>
          <a:lstStyle/>
          <a:p>
            <a:pPr marL="0" indent="0" algn="ctr">
              <a:buNone/>
            </a:pPr>
            <a:r>
              <a:rPr lang="en-US" sz="1600" dirty="0">
                <a:solidFill>
                  <a:srgbClr val="64748B"/>
                </a:solidFill>
                <a:latin typeface="Calibri" pitchFamily="34" charset="0"/>
                <a:ea typeface="Calibri" pitchFamily="34" charset="-122"/>
                <a:cs typeface="Calibri" pitchFamily="34" charset="-120"/>
              </a:rPr>
              <a:t>validates writes</a:t>
            </a:r>
            <a:endParaRPr lang="en-US" sz="1600" dirty="0"/>
          </a:p>
        </p:txBody>
      </p:sp>
      <p:sp>
        <p:nvSpPr>
          <p:cNvPr id="27" name="Shape 19"/>
          <p:cNvSpPr/>
          <p:nvPr/>
        </p:nvSpPr>
        <p:spPr>
          <a:xfrm>
            <a:off x="6944577" y="3264408"/>
            <a:ext cx="1344750" cy="1382485"/>
          </a:xfrm>
          <a:prstGeom prst="roundRect">
            <a:avLst>
              <a:gd name="adj" fmla="val 8000"/>
            </a:avLst>
          </a:prstGeom>
          <a:solidFill>
            <a:srgbClr val="FFFFFF"/>
          </a:solidFill>
          <a:ln/>
        </p:spPr>
      </p:sp>
      <p:sp>
        <p:nvSpPr>
          <p:cNvPr id="28" name="Shape 20"/>
          <p:cNvSpPr/>
          <p:nvPr/>
        </p:nvSpPr>
        <p:spPr>
          <a:xfrm>
            <a:off x="7388352" y="3401568"/>
            <a:ext cx="457200" cy="457200"/>
          </a:xfrm>
          <a:prstGeom prst="ellipse">
            <a:avLst/>
          </a:prstGeom>
          <a:solidFill>
            <a:srgbClr val="1F4E79"/>
          </a:solidFill>
          <a:ln/>
        </p:spPr>
      </p:sp>
      <p:pic>
        <p:nvPicPr>
          <p:cNvPr id="29" name="Image 6" descr="preencoded.png"/>
          <p:cNvPicPr>
            <a:picLocks noChangeAspect="1"/>
          </p:cNvPicPr>
          <p:nvPr/>
        </p:nvPicPr>
        <p:blipFill>
          <a:blip r:embed="rId9"/>
          <a:stretch>
            <a:fillRect/>
          </a:stretch>
        </p:blipFill>
        <p:spPr>
          <a:xfrm>
            <a:off x="7516368" y="3529584"/>
            <a:ext cx="201168" cy="201168"/>
          </a:xfrm>
          <a:prstGeom prst="rect">
            <a:avLst/>
          </a:prstGeom>
        </p:spPr>
      </p:pic>
      <p:sp>
        <p:nvSpPr>
          <p:cNvPr id="30" name="Text 21"/>
          <p:cNvSpPr/>
          <p:nvPr/>
        </p:nvSpPr>
        <p:spPr>
          <a:xfrm>
            <a:off x="6954012" y="3886200"/>
            <a:ext cx="1325880" cy="274320"/>
          </a:xfrm>
          <a:prstGeom prst="rect">
            <a:avLst/>
          </a:prstGeom>
          <a:noFill/>
          <a:ln/>
        </p:spPr>
        <p:txBody>
          <a:bodyPr wrap="square"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Transactions</a:t>
            </a:r>
            <a:endParaRPr lang="en-US" sz="1600" dirty="0"/>
          </a:p>
        </p:txBody>
      </p:sp>
      <p:sp>
        <p:nvSpPr>
          <p:cNvPr id="31" name="Text 22"/>
          <p:cNvSpPr/>
          <p:nvPr/>
        </p:nvSpPr>
        <p:spPr>
          <a:xfrm>
            <a:off x="7048355" y="4265603"/>
            <a:ext cx="1325880" cy="237744"/>
          </a:xfrm>
          <a:prstGeom prst="rect">
            <a:avLst/>
          </a:prstGeom>
          <a:noFill/>
          <a:ln/>
        </p:spPr>
        <p:txBody>
          <a:bodyPr wrap="square" rtlCol="0" anchor="ctr"/>
          <a:lstStyle/>
          <a:p>
            <a:pPr marL="0" indent="0" algn="ctr">
              <a:buNone/>
            </a:pPr>
            <a:r>
              <a:rPr lang="en-US" sz="1600" dirty="0">
                <a:solidFill>
                  <a:srgbClr val="64748B"/>
                </a:solidFill>
                <a:latin typeface="Calibri" pitchFamily="34" charset="0"/>
                <a:ea typeface="Calibri" pitchFamily="34" charset="-122"/>
                <a:cs typeface="Calibri" pitchFamily="34" charset="-120"/>
              </a:rPr>
              <a:t>ACID + concurrency</a:t>
            </a:r>
            <a:endParaRPr lang="en-US" sz="1600" dirty="0"/>
          </a:p>
        </p:txBody>
      </p:sp>
      <p:sp>
        <p:nvSpPr>
          <p:cNvPr id="32" name="Shape 23"/>
          <p:cNvSpPr/>
          <p:nvPr/>
        </p:nvSpPr>
        <p:spPr>
          <a:xfrm>
            <a:off x="8480769" y="3264408"/>
            <a:ext cx="1344750" cy="1309914"/>
          </a:xfrm>
          <a:prstGeom prst="roundRect">
            <a:avLst>
              <a:gd name="adj" fmla="val 8000"/>
            </a:avLst>
          </a:prstGeom>
          <a:solidFill>
            <a:srgbClr val="FFFFFF"/>
          </a:solidFill>
          <a:ln/>
        </p:spPr>
      </p:sp>
      <p:sp>
        <p:nvSpPr>
          <p:cNvPr id="33" name="Shape 24"/>
          <p:cNvSpPr/>
          <p:nvPr/>
        </p:nvSpPr>
        <p:spPr>
          <a:xfrm>
            <a:off x="8924544" y="3401568"/>
            <a:ext cx="457200" cy="457200"/>
          </a:xfrm>
          <a:prstGeom prst="ellipse">
            <a:avLst/>
          </a:prstGeom>
          <a:solidFill>
            <a:srgbClr val="1F4E79"/>
          </a:solidFill>
          <a:ln/>
        </p:spPr>
      </p:sp>
      <p:pic>
        <p:nvPicPr>
          <p:cNvPr id="34" name="Image 7" descr="preencoded.png"/>
          <p:cNvPicPr>
            <a:picLocks noChangeAspect="1"/>
          </p:cNvPicPr>
          <p:nvPr/>
        </p:nvPicPr>
        <p:blipFill>
          <a:blip r:embed="rId10"/>
          <a:stretch>
            <a:fillRect/>
          </a:stretch>
        </p:blipFill>
        <p:spPr>
          <a:xfrm>
            <a:off x="9052560" y="3529584"/>
            <a:ext cx="201168" cy="201168"/>
          </a:xfrm>
          <a:prstGeom prst="rect">
            <a:avLst/>
          </a:prstGeom>
        </p:spPr>
      </p:pic>
      <p:sp>
        <p:nvSpPr>
          <p:cNvPr id="35" name="Text 25"/>
          <p:cNvSpPr/>
          <p:nvPr/>
        </p:nvSpPr>
        <p:spPr>
          <a:xfrm>
            <a:off x="8490204" y="3886200"/>
            <a:ext cx="1325880" cy="274320"/>
          </a:xfrm>
          <a:prstGeom prst="rect">
            <a:avLst/>
          </a:prstGeom>
          <a:noFill/>
          <a:ln/>
        </p:spPr>
        <p:txBody>
          <a:bodyPr wrap="square" rtlCol="0" anchor="ctr"/>
          <a:lstStyle/>
          <a:p>
            <a:pPr marL="0" indent="0" algn="ctr">
              <a:buNone/>
            </a:pPr>
            <a:r>
              <a:rPr lang="en-US" sz="1600" b="1" dirty="0">
                <a:solidFill>
                  <a:srgbClr val="1F4E79"/>
                </a:solidFill>
                <a:latin typeface="Calibri" pitchFamily="34" charset="0"/>
                <a:ea typeface="Calibri" pitchFamily="34" charset="-122"/>
                <a:cs typeface="Calibri" pitchFamily="34" charset="-120"/>
              </a:rPr>
              <a:t>Backup</a:t>
            </a:r>
            <a:endParaRPr lang="en-US" sz="1600" dirty="0"/>
          </a:p>
        </p:txBody>
      </p:sp>
      <p:sp>
        <p:nvSpPr>
          <p:cNvPr id="36" name="Text 26"/>
          <p:cNvSpPr/>
          <p:nvPr/>
        </p:nvSpPr>
        <p:spPr>
          <a:xfrm>
            <a:off x="8504718" y="4265603"/>
            <a:ext cx="1325880" cy="237744"/>
          </a:xfrm>
          <a:prstGeom prst="rect">
            <a:avLst/>
          </a:prstGeom>
          <a:noFill/>
          <a:ln/>
        </p:spPr>
        <p:txBody>
          <a:bodyPr wrap="square" rtlCol="0" anchor="ctr"/>
          <a:lstStyle/>
          <a:p>
            <a:pPr marL="0" indent="0" algn="ctr">
              <a:buNone/>
            </a:pPr>
            <a:r>
              <a:rPr lang="en-US" sz="1600" dirty="0">
                <a:solidFill>
                  <a:srgbClr val="64748B"/>
                </a:solidFill>
                <a:latin typeface="Calibri" pitchFamily="34" charset="0"/>
                <a:ea typeface="Calibri" pitchFamily="34" charset="-122"/>
                <a:cs typeface="Calibri" pitchFamily="34" charset="-120"/>
              </a:rPr>
              <a:t>logs &amp; recovery</a:t>
            </a:r>
            <a:endParaRPr lang="en-US" sz="1600" dirty="0"/>
          </a:p>
        </p:txBody>
      </p:sp>
      <p:pic>
        <p:nvPicPr>
          <p:cNvPr id="37" name="Image 8" descr="preencoded.png"/>
          <p:cNvPicPr>
            <a:picLocks noChangeAspect="1"/>
          </p:cNvPicPr>
          <p:nvPr/>
        </p:nvPicPr>
        <p:blipFill>
          <a:blip r:embed="rId5"/>
          <a:stretch>
            <a:fillRect/>
          </a:stretch>
        </p:blipFill>
        <p:spPr>
          <a:xfrm>
            <a:off x="5943600" y="4645152"/>
            <a:ext cx="274320" cy="274320"/>
          </a:xfrm>
          <a:prstGeom prst="rect">
            <a:avLst/>
          </a:prstGeom>
        </p:spPr>
      </p:pic>
      <p:sp>
        <p:nvSpPr>
          <p:cNvPr id="38" name="Shape 27"/>
          <p:cNvSpPr/>
          <p:nvPr/>
        </p:nvSpPr>
        <p:spPr>
          <a:xfrm>
            <a:off x="3566160" y="5029200"/>
            <a:ext cx="5029200" cy="640080"/>
          </a:xfrm>
          <a:prstGeom prst="roundRect">
            <a:avLst>
              <a:gd name="adj" fmla="val 14286"/>
            </a:avLst>
          </a:prstGeom>
          <a:solidFill>
            <a:srgbClr val="12385A"/>
          </a:solidFill>
          <a:ln/>
        </p:spPr>
      </p:sp>
      <p:pic>
        <p:nvPicPr>
          <p:cNvPr id="39" name="Image 9" descr="preencoded.png"/>
          <p:cNvPicPr>
            <a:picLocks noChangeAspect="1"/>
          </p:cNvPicPr>
          <p:nvPr/>
        </p:nvPicPr>
        <p:blipFill>
          <a:blip r:embed="rId11"/>
          <a:stretch>
            <a:fillRect/>
          </a:stretch>
        </p:blipFill>
        <p:spPr>
          <a:xfrm>
            <a:off x="3840480" y="5175504"/>
            <a:ext cx="365760" cy="365760"/>
          </a:xfrm>
          <a:prstGeom prst="rect">
            <a:avLst/>
          </a:prstGeom>
        </p:spPr>
      </p:pic>
      <p:sp>
        <p:nvSpPr>
          <p:cNvPr id="40" name="Text 28"/>
          <p:cNvSpPr/>
          <p:nvPr/>
        </p:nvSpPr>
        <p:spPr>
          <a:xfrm>
            <a:off x="4389120" y="5029200"/>
            <a:ext cx="4114800" cy="640080"/>
          </a:xfrm>
          <a:prstGeom prst="rect">
            <a:avLst/>
          </a:prstGeom>
          <a:noFill/>
          <a:ln/>
        </p:spPr>
        <p:txBody>
          <a:bodyPr wrap="square" rtlCol="0" anchor="ctr"/>
          <a:lstStyle/>
          <a:p>
            <a:pPr marL="0" indent="0" algn="l">
              <a:buNone/>
            </a:pPr>
            <a:r>
              <a:rPr lang="en-US" b="1" dirty="0">
                <a:solidFill>
                  <a:srgbClr val="FFFFFF"/>
                </a:solidFill>
                <a:latin typeface="Calibri" pitchFamily="34" charset="0"/>
                <a:ea typeface="Calibri" pitchFamily="34" charset="-122"/>
                <a:cs typeface="Calibri" pitchFamily="34" charset="-120"/>
              </a:rPr>
              <a:t>DATABASE  —  Tables · Indexes · Logs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The Relational Model in Action</a:t>
            </a:r>
            <a:endParaRPr lang="en-US" sz="3200" dirty="0"/>
          </a:p>
        </p:txBody>
      </p:sp>
      <p:sp>
        <p:nvSpPr>
          <p:cNvPr id="4" name="Text 1"/>
          <p:cNvSpPr/>
          <p:nvPr/>
        </p:nvSpPr>
        <p:spPr>
          <a:xfrm>
            <a:off x="457200" y="1024128"/>
            <a:ext cx="10515600" cy="365760"/>
          </a:xfrm>
          <a:prstGeom prst="rect">
            <a:avLst/>
          </a:prstGeom>
          <a:noFill/>
          <a:ln/>
        </p:spPr>
        <p:txBody>
          <a:bodyPr wrap="square" rtlCol="0" anchor="ctr"/>
          <a:lstStyle/>
          <a:p>
            <a:pPr marL="0" indent="0" algn="l">
              <a:buNone/>
            </a:pPr>
            <a:endParaRPr lang="en-US" dirty="0"/>
          </a:p>
        </p:txBody>
      </p:sp>
      <p:sp>
        <p:nvSpPr>
          <p:cNvPr id="5" name="Text 2"/>
          <p:cNvSpPr/>
          <p:nvPr/>
        </p:nvSpPr>
        <p:spPr>
          <a:xfrm>
            <a:off x="11338560" y="6455664"/>
            <a:ext cx="457200" cy="274320"/>
          </a:xfrm>
          <a:prstGeom prst="rect">
            <a:avLst/>
          </a:prstGeom>
          <a:noFill/>
          <a:ln/>
        </p:spPr>
        <p:txBody>
          <a:bodyPr wrap="square" rtlCol="0" anchor="ctr"/>
          <a:lstStyle/>
          <a:p>
            <a:pPr marL="0" indent="0" algn="r">
              <a:buNone/>
            </a:pPr>
            <a:r>
              <a:rPr lang="en-US" dirty="0">
                <a:solidFill>
                  <a:srgbClr val="6B7280"/>
                </a:solidFill>
                <a:latin typeface="Calibri" pitchFamily="34" charset="0"/>
                <a:ea typeface="Calibri" pitchFamily="34" charset="-122"/>
                <a:cs typeface="Calibri" pitchFamily="34" charset="-120"/>
              </a:rPr>
              <a:t>16</a:t>
            </a:r>
            <a:endParaRPr lang="en-US" dirty="0"/>
          </a:p>
        </p:txBody>
      </p:sp>
      <p:sp>
        <p:nvSpPr>
          <p:cNvPr id="6" name="Shape 3"/>
          <p:cNvSpPr/>
          <p:nvPr/>
        </p:nvSpPr>
        <p:spPr>
          <a:xfrm>
            <a:off x="640080" y="1783080"/>
            <a:ext cx="3017520" cy="457200"/>
          </a:xfrm>
          <a:prstGeom prst="roundRect">
            <a:avLst>
              <a:gd name="adj" fmla="val 16000"/>
            </a:avLst>
          </a:prstGeom>
          <a:solidFill>
            <a:srgbClr val="1F4E79"/>
          </a:solidFill>
          <a:ln/>
        </p:spPr>
      </p:sp>
      <p:pic>
        <p:nvPicPr>
          <p:cNvPr id="7" name="Image 1" descr="preencoded.png"/>
          <p:cNvPicPr>
            <a:picLocks noChangeAspect="1"/>
          </p:cNvPicPr>
          <p:nvPr/>
        </p:nvPicPr>
        <p:blipFill>
          <a:blip r:embed="rId4"/>
          <a:stretch>
            <a:fillRect/>
          </a:stretch>
        </p:blipFill>
        <p:spPr>
          <a:xfrm>
            <a:off x="822960" y="1901952"/>
            <a:ext cx="219456" cy="219456"/>
          </a:xfrm>
          <a:prstGeom prst="rect">
            <a:avLst/>
          </a:prstGeom>
        </p:spPr>
      </p:pic>
      <p:sp>
        <p:nvSpPr>
          <p:cNvPr id="8" name="Text 4"/>
          <p:cNvSpPr/>
          <p:nvPr/>
        </p:nvSpPr>
        <p:spPr>
          <a:xfrm>
            <a:off x="1143000" y="1783080"/>
            <a:ext cx="2468880" cy="457200"/>
          </a:xfrm>
          <a:prstGeom prst="rect">
            <a:avLst/>
          </a:prstGeom>
          <a:noFill/>
          <a:ln/>
        </p:spPr>
        <p:txBody>
          <a:bodyPr wrap="square" rtlCol="0" anchor="ctr"/>
          <a:lstStyle/>
          <a:p>
            <a:pPr marL="0" indent="0" algn="l">
              <a:buNone/>
            </a:pPr>
            <a:r>
              <a:rPr lang="en-US" b="1" dirty="0">
                <a:solidFill>
                  <a:srgbClr val="FFFFFF"/>
                </a:solidFill>
                <a:latin typeface="Calibri" pitchFamily="34" charset="0"/>
                <a:ea typeface="Calibri" pitchFamily="34" charset="-122"/>
                <a:cs typeface="Calibri" pitchFamily="34" charset="-120"/>
              </a:rPr>
              <a:t>STUDENT</a:t>
            </a:r>
            <a:endParaRPr lang="en-US" dirty="0"/>
          </a:p>
        </p:txBody>
      </p:sp>
      <p:sp>
        <p:nvSpPr>
          <p:cNvPr id="9" name="Shape 5"/>
          <p:cNvSpPr/>
          <p:nvPr/>
        </p:nvSpPr>
        <p:spPr>
          <a:xfrm>
            <a:off x="640080" y="2240280"/>
            <a:ext cx="3017520" cy="411480"/>
          </a:xfrm>
          <a:prstGeom prst="roundRect">
            <a:avLst>
              <a:gd name="adj" fmla="val 2222"/>
            </a:avLst>
          </a:prstGeom>
          <a:solidFill>
            <a:srgbClr val="FFF6E6"/>
          </a:solidFill>
          <a:ln w="9525">
            <a:solidFill>
              <a:srgbClr val="E3E8EF"/>
            </a:solidFill>
            <a:prstDash val="solid"/>
          </a:ln>
        </p:spPr>
      </p:sp>
      <p:sp>
        <p:nvSpPr>
          <p:cNvPr id="10" name="Text 6"/>
          <p:cNvSpPr/>
          <p:nvPr/>
        </p:nvSpPr>
        <p:spPr>
          <a:xfrm>
            <a:off x="804672" y="2240280"/>
            <a:ext cx="1371600" cy="411480"/>
          </a:xfrm>
          <a:prstGeom prst="rect">
            <a:avLst/>
          </a:prstGeom>
          <a:noFill/>
          <a:ln/>
        </p:spPr>
        <p:txBody>
          <a:bodyPr wrap="square" lIns="0" tIns="0" rIns="0" bIns="0" rtlCol="0" anchor="ctr"/>
          <a:lstStyle/>
          <a:p>
            <a:pPr marL="0" indent="0" algn="l">
              <a:buNone/>
            </a:pPr>
            <a:r>
              <a:rPr lang="en-US" b="1" dirty="0">
                <a:solidFill>
                  <a:srgbClr val="F0A32E"/>
                </a:solidFill>
                <a:latin typeface="Calibri" pitchFamily="34" charset="0"/>
                <a:ea typeface="Calibri" pitchFamily="34" charset="-122"/>
                <a:cs typeface="Calibri" pitchFamily="34" charset="-120"/>
              </a:rPr>
              <a:t>Student_ID</a:t>
            </a:r>
            <a:endParaRPr lang="en-US" dirty="0"/>
          </a:p>
        </p:txBody>
      </p:sp>
      <p:sp>
        <p:nvSpPr>
          <p:cNvPr id="11" name="Text 7"/>
          <p:cNvSpPr/>
          <p:nvPr/>
        </p:nvSpPr>
        <p:spPr>
          <a:xfrm>
            <a:off x="2011680" y="2240280"/>
            <a:ext cx="1554480" cy="411480"/>
          </a:xfrm>
          <a:prstGeom prst="rect">
            <a:avLst/>
          </a:prstGeom>
          <a:noFill/>
          <a:ln/>
        </p:spPr>
        <p:txBody>
          <a:bodyPr wrap="square" lIns="0" tIns="0" rIns="0" bIns="0" rtlCol="0" anchor="ctr"/>
          <a:lstStyle/>
          <a:p>
            <a:pPr marL="0" indent="0" algn="l">
              <a:buNone/>
            </a:pPr>
            <a:r>
              <a:rPr lang="en-US" b="1" dirty="0">
                <a:solidFill>
                  <a:srgbClr val="1E293B"/>
                </a:solidFill>
                <a:latin typeface="Consolas" pitchFamily="34" charset="0"/>
                <a:ea typeface="Consolas" pitchFamily="34" charset="-122"/>
                <a:cs typeface="Consolas" pitchFamily="34" charset="-120"/>
              </a:rPr>
              <a:t>S101</a:t>
            </a:r>
            <a:endParaRPr lang="en-US" dirty="0"/>
          </a:p>
        </p:txBody>
      </p:sp>
      <p:pic>
        <p:nvPicPr>
          <p:cNvPr id="12" name="Image 2" descr="preencoded.png"/>
          <p:cNvPicPr>
            <a:picLocks noChangeAspect="1"/>
          </p:cNvPicPr>
          <p:nvPr/>
        </p:nvPicPr>
        <p:blipFill>
          <a:blip r:embed="rId5"/>
          <a:stretch>
            <a:fillRect/>
          </a:stretch>
        </p:blipFill>
        <p:spPr>
          <a:xfrm>
            <a:off x="3364992" y="2354580"/>
            <a:ext cx="182880" cy="182880"/>
          </a:xfrm>
          <a:prstGeom prst="rect">
            <a:avLst/>
          </a:prstGeom>
        </p:spPr>
      </p:pic>
      <p:sp>
        <p:nvSpPr>
          <p:cNvPr id="13" name="Shape 8"/>
          <p:cNvSpPr/>
          <p:nvPr/>
        </p:nvSpPr>
        <p:spPr>
          <a:xfrm>
            <a:off x="640080" y="2651760"/>
            <a:ext cx="3017520" cy="411480"/>
          </a:xfrm>
          <a:prstGeom prst="roundRect">
            <a:avLst>
              <a:gd name="adj" fmla="val 2222"/>
            </a:avLst>
          </a:prstGeom>
          <a:solidFill>
            <a:srgbClr val="F4F8FC"/>
          </a:solidFill>
          <a:ln w="9525">
            <a:solidFill>
              <a:srgbClr val="E3E8EF"/>
            </a:solidFill>
            <a:prstDash val="solid"/>
          </a:ln>
        </p:spPr>
      </p:sp>
      <p:sp>
        <p:nvSpPr>
          <p:cNvPr id="14" name="Text 9"/>
          <p:cNvSpPr/>
          <p:nvPr/>
        </p:nvSpPr>
        <p:spPr>
          <a:xfrm>
            <a:off x="804672" y="2651760"/>
            <a:ext cx="1371600" cy="411480"/>
          </a:xfrm>
          <a:prstGeom prst="rect">
            <a:avLst/>
          </a:prstGeom>
          <a:noFill/>
          <a:ln/>
        </p:spPr>
        <p:txBody>
          <a:bodyPr wrap="square" lIns="0" tIns="0" rIns="0" bIns="0" rtlCol="0" anchor="ctr"/>
          <a:lstStyle/>
          <a:p>
            <a:pPr marL="0" indent="0" algn="l">
              <a:buNone/>
            </a:pPr>
            <a:r>
              <a:rPr lang="en-US" dirty="0">
                <a:solidFill>
                  <a:srgbClr val="6B7280"/>
                </a:solidFill>
                <a:latin typeface="Calibri" pitchFamily="34" charset="0"/>
                <a:ea typeface="Calibri" pitchFamily="34" charset="-122"/>
                <a:cs typeface="Calibri" pitchFamily="34" charset="-120"/>
              </a:rPr>
              <a:t>Name</a:t>
            </a:r>
            <a:endParaRPr lang="en-US" dirty="0"/>
          </a:p>
        </p:txBody>
      </p:sp>
      <p:sp>
        <p:nvSpPr>
          <p:cNvPr id="15" name="Text 10"/>
          <p:cNvSpPr/>
          <p:nvPr/>
        </p:nvSpPr>
        <p:spPr>
          <a:xfrm>
            <a:off x="2011680" y="2651760"/>
            <a:ext cx="1554480" cy="411480"/>
          </a:xfrm>
          <a:prstGeom prst="rect">
            <a:avLst/>
          </a:prstGeom>
          <a:noFill/>
          <a:ln/>
        </p:spPr>
        <p:txBody>
          <a:bodyPr wrap="square" lIns="0" tIns="0" rIns="0" bIns="0" rtlCol="0" anchor="ctr"/>
          <a:lstStyle/>
          <a:p>
            <a:pPr marL="0" indent="0" algn="l">
              <a:buNone/>
            </a:pPr>
            <a:r>
              <a:rPr lang="en-US" b="1" dirty="0">
                <a:solidFill>
                  <a:srgbClr val="1E293B"/>
                </a:solidFill>
                <a:latin typeface="Consolas" pitchFamily="34" charset="0"/>
                <a:ea typeface="Consolas" pitchFamily="34" charset="-122"/>
                <a:cs typeface="Consolas" pitchFamily="34" charset="-120"/>
              </a:rPr>
              <a:t>Aditi</a:t>
            </a:r>
            <a:endParaRPr lang="en-US" dirty="0"/>
          </a:p>
        </p:txBody>
      </p:sp>
      <p:sp>
        <p:nvSpPr>
          <p:cNvPr id="16" name="Shape 11"/>
          <p:cNvSpPr/>
          <p:nvPr/>
        </p:nvSpPr>
        <p:spPr>
          <a:xfrm>
            <a:off x="640080" y="3063240"/>
            <a:ext cx="3017520" cy="411480"/>
          </a:xfrm>
          <a:prstGeom prst="roundRect">
            <a:avLst>
              <a:gd name="adj" fmla="val 2222"/>
            </a:avLst>
          </a:prstGeom>
          <a:solidFill>
            <a:srgbClr val="FFFFFF"/>
          </a:solidFill>
          <a:ln w="9525">
            <a:solidFill>
              <a:srgbClr val="E3E8EF"/>
            </a:solidFill>
            <a:prstDash val="solid"/>
          </a:ln>
        </p:spPr>
      </p:sp>
      <p:sp>
        <p:nvSpPr>
          <p:cNvPr id="17" name="Text 12"/>
          <p:cNvSpPr/>
          <p:nvPr/>
        </p:nvSpPr>
        <p:spPr>
          <a:xfrm>
            <a:off x="804672" y="3063240"/>
            <a:ext cx="1371600" cy="411480"/>
          </a:xfrm>
          <a:prstGeom prst="rect">
            <a:avLst/>
          </a:prstGeom>
          <a:noFill/>
          <a:ln/>
        </p:spPr>
        <p:txBody>
          <a:bodyPr wrap="square" lIns="0" tIns="0" rIns="0" bIns="0" rtlCol="0" anchor="ctr"/>
          <a:lstStyle/>
          <a:p>
            <a:pPr marL="0" indent="0" algn="l">
              <a:buNone/>
            </a:pPr>
            <a:r>
              <a:rPr lang="en-US" dirty="0">
                <a:solidFill>
                  <a:srgbClr val="6B7280"/>
                </a:solidFill>
                <a:latin typeface="Calibri" pitchFamily="34" charset="0"/>
                <a:ea typeface="Calibri" pitchFamily="34" charset="-122"/>
                <a:cs typeface="Calibri" pitchFamily="34" charset="-120"/>
              </a:rPr>
              <a:t>Dept</a:t>
            </a:r>
            <a:endParaRPr lang="en-US" dirty="0"/>
          </a:p>
        </p:txBody>
      </p:sp>
      <p:sp>
        <p:nvSpPr>
          <p:cNvPr id="18" name="Text 13"/>
          <p:cNvSpPr/>
          <p:nvPr/>
        </p:nvSpPr>
        <p:spPr>
          <a:xfrm>
            <a:off x="2011680" y="3063240"/>
            <a:ext cx="1554480" cy="411480"/>
          </a:xfrm>
          <a:prstGeom prst="rect">
            <a:avLst/>
          </a:prstGeom>
          <a:noFill/>
          <a:ln/>
        </p:spPr>
        <p:txBody>
          <a:bodyPr wrap="square" lIns="0" tIns="0" rIns="0" bIns="0" rtlCol="0" anchor="ctr"/>
          <a:lstStyle/>
          <a:p>
            <a:pPr marL="0" indent="0" algn="l">
              <a:buNone/>
            </a:pPr>
            <a:r>
              <a:rPr lang="en-US" b="1" dirty="0">
                <a:solidFill>
                  <a:srgbClr val="1E293B"/>
                </a:solidFill>
                <a:latin typeface="Consolas" pitchFamily="34" charset="0"/>
                <a:ea typeface="Consolas" pitchFamily="34" charset="-122"/>
                <a:cs typeface="Consolas" pitchFamily="34" charset="-120"/>
              </a:rPr>
              <a:t>CSE</a:t>
            </a:r>
            <a:endParaRPr lang="en-US" dirty="0"/>
          </a:p>
        </p:txBody>
      </p:sp>
      <p:sp>
        <p:nvSpPr>
          <p:cNvPr id="19" name="Shape 14"/>
          <p:cNvSpPr/>
          <p:nvPr/>
        </p:nvSpPr>
        <p:spPr>
          <a:xfrm>
            <a:off x="4572000" y="1783080"/>
            <a:ext cx="3017520" cy="457200"/>
          </a:xfrm>
          <a:prstGeom prst="roundRect">
            <a:avLst>
              <a:gd name="adj" fmla="val 16000"/>
            </a:avLst>
          </a:prstGeom>
          <a:solidFill>
            <a:srgbClr val="2E75B6"/>
          </a:solidFill>
          <a:ln/>
        </p:spPr>
      </p:sp>
      <p:pic>
        <p:nvPicPr>
          <p:cNvPr id="20" name="Image 3" descr="preencoded.png"/>
          <p:cNvPicPr>
            <a:picLocks noChangeAspect="1"/>
          </p:cNvPicPr>
          <p:nvPr/>
        </p:nvPicPr>
        <p:blipFill>
          <a:blip r:embed="rId4"/>
          <a:stretch>
            <a:fillRect/>
          </a:stretch>
        </p:blipFill>
        <p:spPr>
          <a:xfrm>
            <a:off x="4754880" y="1901952"/>
            <a:ext cx="219456" cy="219456"/>
          </a:xfrm>
          <a:prstGeom prst="rect">
            <a:avLst/>
          </a:prstGeom>
        </p:spPr>
      </p:pic>
      <p:sp>
        <p:nvSpPr>
          <p:cNvPr id="21" name="Text 15"/>
          <p:cNvSpPr/>
          <p:nvPr/>
        </p:nvSpPr>
        <p:spPr>
          <a:xfrm>
            <a:off x="5074920" y="1783080"/>
            <a:ext cx="2468880" cy="457200"/>
          </a:xfrm>
          <a:prstGeom prst="rect">
            <a:avLst/>
          </a:prstGeom>
          <a:noFill/>
          <a:ln/>
        </p:spPr>
        <p:txBody>
          <a:bodyPr wrap="square" rtlCol="0" anchor="ctr"/>
          <a:lstStyle/>
          <a:p>
            <a:pPr marL="0" indent="0" algn="l">
              <a:buNone/>
            </a:pPr>
            <a:r>
              <a:rPr lang="en-US" b="1" dirty="0">
                <a:solidFill>
                  <a:srgbClr val="FFFFFF"/>
                </a:solidFill>
                <a:latin typeface="Calibri" pitchFamily="34" charset="0"/>
                <a:ea typeface="Calibri" pitchFamily="34" charset="-122"/>
                <a:cs typeface="Calibri" pitchFamily="34" charset="-120"/>
              </a:rPr>
              <a:t>ENROLLMENT</a:t>
            </a:r>
            <a:endParaRPr lang="en-US" dirty="0"/>
          </a:p>
        </p:txBody>
      </p:sp>
      <p:sp>
        <p:nvSpPr>
          <p:cNvPr id="22" name="Shape 16"/>
          <p:cNvSpPr/>
          <p:nvPr/>
        </p:nvSpPr>
        <p:spPr>
          <a:xfrm>
            <a:off x="4572000" y="2240280"/>
            <a:ext cx="3017520" cy="411480"/>
          </a:xfrm>
          <a:prstGeom prst="roundRect">
            <a:avLst>
              <a:gd name="adj" fmla="val 2222"/>
            </a:avLst>
          </a:prstGeom>
          <a:solidFill>
            <a:srgbClr val="FFF6E6"/>
          </a:solidFill>
          <a:ln w="9525">
            <a:solidFill>
              <a:srgbClr val="E3E8EF"/>
            </a:solidFill>
            <a:prstDash val="solid"/>
          </a:ln>
        </p:spPr>
      </p:sp>
      <p:sp>
        <p:nvSpPr>
          <p:cNvPr id="23" name="Text 17"/>
          <p:cNvSpPr/>
          <p:nvPr/>
        </p:nvSpPr>
        <p:spPr>
          <a:xfrm>
            <a:off x="4736592" y="2240280"/>
            <a:ext cx="1371600" cy="411480"/>
          </a:xfrm>
          <a:prstGeom prst="rect">
            <a:avLst/>
          </a:prstGeom>
          <a:noFill/>
          <a:ln/>
        </p:spPr>
        <p:txBody>
          <a:bodyPr wrap="square" lIns="0" tIns="0" rIns="0" bIns="0" rtlCol="0" anchor="ctr"/>
          <a:lstStyle/>
          <a:p>
            <a:pPr marL="0" indent="0" algn="l">
              <a:buNone/>
            </a:pPr>
            <a:r>
              <a:rPr lang="en-US" b="1" dirty="0">
                <a:solidFill>
                  <a:srgbClr val="F0A32E"/>
                </a:solidFill>
                <a:latin typeface="Calibri" pitchFamily="34" charset="0"/>
                <a:ea typeface="Calibri" pitchFamily="34" charset="-122"/>
                <a:cs typeface="Calibri" pitchFamily="34" charset="-120"/>
              </a:rPr>
              <a:t>Student_ID</a:t>
            </a:r>
            <a:endParaRPr lang="en-US" dirty="0"/>
          </a:p>
        </p:txBody>
      </p:sp>
      <p:sp>
        <p:nvSpPr>
          <p:cNvPr id="24" name="Text 18"/>
          <p:cNvSpPr/>
          <p:nvPr/>
        </p:nvSpPr>
        <p:spPr>
          <a:xfrm>
            <a:off x="5943600" y="2240280"/>
            <a:ext cx="1554480" cy="411480"/>
          </a:xfrm>
          <a:prstGeom prst="rect">
            <a:avLst/>
          </a:prstGeom>
          <a:noFill/>
          <a:ln/>
        </p:spPr>
        <p:txBody>
          <a:bodyPr wrap="square" lIns="0" tIns="0" rIns="0" bIns="0" rtlCol="0" anchor="ctr"/>
          <a:lstStyle/>
          <a:p>
            <a:pPr marL="0" indent="0" algn="l">
              <a:buNone/>
            </a:pPr>
            <a:r>
              <a:rPr lang="en-US" b="1" dirty="0">
                <a:solidFill>
                  <a:srgbClr val="1E293B"/>
                </a:solidFill>
                <a:latin typeface="Consolas" pitchFamily="34" charset="0"/>
                <a:ea typeface="Consolas" pitchFamily="34" charset="-122"/>
                <a:cs typeface="Consolas" pitchFamily="34" charset="-120"/>
              </a:rPr>
              <a:t>S101</a:t>
            </a:r>
            <a:endParaRPr lang="en-US" dirty="0"/>
          </a:p>
        </p:txBody>
      </p:sp>
      <p:pic>
        <p:nvPicPr>
          <p:cNvPr id="25" name="Image 4" descr="preencoded.png"/>
          <p:cNvPicPr>
            <a:picLocks noChangeAspect="1"/>
          </p:cNvPicPr>
          <p:nvPr/>
        </p:nvPicPr>
        <p:blipFill>
          <a:blip r:embed="rId5"/>
          <a:stretch>
            <a:fillRect/>
          </a:stretch>
        </p:blipFill>
        <p:spPr>
          <a:xfrm>
            <a:off x="7296912" y="2354580"/>
            <a:ext cx="182880" cy="182880"/>
          </a:xfrm>
          <a:prstGeom prst="rect">
            <a:avLst/>
          </a:prstGeom>
        </p:spPr>
      </p:pic>
      <p:sp>
        <p:nvSpPr>
          <p:cNvPr id="26" name="Shape 19"/>
          <p:cNvSpPr/>
          <p:nvPr/>
        </p:nvSpPr>
        <p:spPr>
          <a:xfrm>
            <a:off x="4572000" y="2651760"/>
            <a:ext cx="3017520" cy="411480"/>
          </a:xfrm>
          <a:prstGeom prst="roundRect">
            <a:avLst>
              <a:gd name="adj" fmla="val 2222"/>
            </a:avLst>
          </a:prstGeom>
          <a:solidFill>
            <a:srgbClr val="FFF6E6"/>
          </a:solidFill>
          <a:ln w="9525">
            <a:solidFill>
              <a:srgbClr val="E3E8EF"/>
            </a:solidFill>
            <a:prstDash val="solid"/>
          </a:ln>
        </p:spPr>
      </p:sp>
      <p:sp>
        <p:nvSpPr>
          <p:cNvPr id="27" name="Text 20"/>
          <p:cNvSpPr/>
          <p:nvPr/>
        </p:nvSpPr>
        <p:spPr>
          <a:xfrm>
            <a:off x="4736592" y="2651760"/>
            <a:ext cx="1371600" cy="411480"/>
          </a:xfrm>
          <a:prstGeom prst="rect">
            <a:avLst/>
          </a:prstGeom>
          <a:noFill/>
          <a:ln/>
        </p:spPr>
        <p:txBody>
          <a:bodyPr wrap="square" lIns="0" tIns="0" rIns="0" bIns="0" rtlCol="0" anchor="ctr"/>
          <a:lstStyle/>
          <a:p>
            <a:pPr marL="0" indent="0" algn="l">
              <a:buNone/>
            </a:pPr>
            <a:r>
              <a:rPr lang="en-US" b="1" dirty="0">
                <a:solidFill>
                  <a:srgbClr val="F0A32E"/>
                </a:solidFill>
                <a:latin typeface="Calibri" pitchFamily="34" charset="0"/>
                <a:ea typeface="Calibri" pitchFamily="34" charset="-122"/>
                <a:cs typeface="Calibri" pitchFamily="34" charset="-120"/>
              </a:rPr>
              <a:t>Course_ID</a:t>
            </a:r>
            <a:endParaRPr lang="en-US" dirty="0"/>
          </a:p>
        </p:txBody>
      </p:sp>
      <p:sp>
        <p:nvSpPr>
          <p:cNvPr id="28" name="Text 21"/>
          <p:cNvSpPr/>
          <p:nvPr/>
        </p:nvSpPr>
        <p:spPr>
          <a:xfrm>
            <a:off x="5943600" y="2651760"/>
            <a:ext cx="1554480" cy="411480"/>
          </a:xfrm>
          <a:prstGeom prst="rect">
            <a:avLst/>
          </a:prstGeom>
          <a:noFill/>
          <a:ln/>
        </p:spPr>
        <p:txBody>
          <a:bodyPr wrap="square" lIns="0" tIns="0" rIns="0" bIns="0" rtlCol="0" anchor="ctr"/>
          <a:lstStyle/>
          <a:p>
            <a:pPr marL="0" indent="0" algn="l">
              <a:buNone/>
            </a:pPr>
            <a:r>
              <a:rPr lang="en-US" b="1" dirty="0">
                <a:solidFill>
                  <a:srgbClr val="1E293B"/>
                </a:solidFill>
                <a:latin typeface="Consolas" pitchFamily="34" charset="0"/>
                <a:ea typeface="Consolas" pitchFamily="34" charset="-122"/>
                <a:cs typeface="Consolas" pitchFamily="34" charset="-120"/>
              </a:rPr>
              <a:t>DB301</a:t>
            </a:r>
            <a:endParaRPr lang="en-US" dirty="0"/>
          </a:p>
        </p:txBody>
      </p:sp>
      <p:pic>
        <p:nvPicPr>
          <p:cNvPr id="29" name="Image 5" descr="preencoded.png"/>
          <p:cNvPicPr>
            <a:picLocks noChangeAspect="1"/>
          </p:cNvPicPr>
          <p:nvPr/>
        </p:nvPicPr>
        <p:blipFill>
          <a:blip r:embed="rId5"/>
          <a:stretch>
            <a:fillRect/>
          </a:stretch>
        </p:blipFill>
        <p:spPr>
          <a:xfrm>
            <a:off x="7296912" y="2766060"/>
            <a:ext cx="182880" cy="182880"/>
          </a:xfrm>
          <a:prstGeom prst="rect">
            <a:avLst/>
          </a:prstGeom>
        </p:spPr>
      </p:pic>
      <p:sp>
        <p:nvSpPr>
          <p:cNvPr id="30" name="Shape 22"/>
          <p:cNvSpPr/>
          <p:nvPr/>
        </p:nvSpPr>
        <p:spPr>
          <a:xfrm>
            <a:off x="4572000" y="3063240"/>
            <a:ext cx="3017520" cy="411480"/>
          </a:xfrm>
          <a:prstGeom prst="roundRect">
            <a:avLst>
              <a:gd name="adj" fmla="val 2222"/>
            </a:avLst>
          </a:prstGeom>
          <a:solidFill>
            <a:srgbClr val="FFFFFF"/>
          </a:solidFill>
          <a:ln w="9525">
            <a:solidFill>
              <a:srgbClr val="E3E8EF"/>
            </a:solidFill>
            <a:prstDash val="solid"/>
          </a:ln>
        </p:spPr>
      </p:sp>
      <p:sp>
        <p:nvSpPr>
          <p:cNvPr id="31" name="Text 23"/>
          <p:cNvSpPr/>
          <p:nvPr/>
        </p:nvSpPr>
        <p:spPr>
          <a:xfrm>
            <a:off x="4736592" y="3063240"/>
            <a:ext cx="1371600" cy="411480"/>
          </a:xfrm>
          <a:prstGeom prst="rect">
            <a:avLst/>
          </a:prstGeom>
          <a:noFill/>
          <a:ln/>
        </p:spPr>
        <p:txBody>
          <a:bodyPr wrap="square" lIns="0" tIns="0" rIns="0" bIns="0" rtlCol="0" anchor="ctr"/>
          <a:lstStyle/>
          <a:p>
            <a:pPr marL="0" indent="0" algn="l">
              <a:buNone/>
            </a:pPr>
            <a:r>
              <a:rPr lang="en-US" dirty="0">
                <a:solidFill>
                  <a:srgbClr val="6B7280"/>
                </a:solidFill>
                <a:latin typeface="Calibri" pitchFamily="34" charset="0"/>
                <a:ea typeface="Calibri" pitchFamily="34" charset="-122"/>
                <a:cs typeface="Calibri" pitchFamily="34" charset="-120"/>
              </a:rPr>
              <a:t>Semester</a:t>
            </a:r>
            <a:endParaRPr lang="en-US" dirty="0"/>
          </a:p>
        </p:txBody>
      </p:sp>
      <p:sp>
        <p:nvSpPr>
          <p:cNvPr id="32" name="Text 24"/>
          <p:cNvSpPr/>
          <p:nvPr/>
        </p:nvSpPr>
        <p:spPr>
          <a:xfrm>
            <a:off x="5943600" y="3063240"/>
            <a:ext cx="1554480" cy="411480"/>
          </a:xfrm>
          <a:prstGeom prst="rect">
            <a:avLst/>
          </a:prstGeom>
          <a:noFill/>
          <a:ln/>
        </p:spPr>
        <p:txBody>
          <a:bodyPr wrap="square" lIns="0" tIns="0" rIns="0" bIns="0" rtlCol="0" anchor="ctr"/>
          <a:lstStyle/>
          <a:p>
            <a:pPr marL="0" indent="0" algn="l">
              <a:buNone/>
            </a:pPr>
            <a:r>
              <a:rPr lang="en-US" b="1" dirty="0">
                <a:solidFill>
                  <a:srgbClr val="1E293B"/>
                </a:solidFill>
                <a:latin typeface="Consolas" pitchFamily="34" charset="0"/>
                <a:ea typeface="Consolas" pitchFamily="34" charset="-122"/>
                <a:cs typeface="Consolas" pitchFamily="34" charset="-120"/>
              </a:rPr>
              <a:t>3</a:t>
            </a:r>
            <a:endParaRPr lang="en-US" dirty="0"/>
          </a:p>
        </p:txBody>
      </p:sp>
      <p:sp>
        <p:nvSpPr>
          <p:cNvPr id="33" name="Shape 25"/>
          <p:cNvSpPr/>
          <p:nvPr/>
        </p:nvSpPr>
        <p:spPr>
          <a:xfrm>
            <a:off x="8503920" y="1783080"/>
            <a:ext cx="3017520" cy="457200"/>
          </a:xfrm>
          <a:prstGeom prst="roundRect">
            <a:avLst>
              <a:gd name="adj" fmla="val 16000"/>
            </a:avLst>
          </a:prstGeom>
          <a:solidFill>
            <a:srgbClr val="0E7C86"/>
          </a:solidFill>
          <a:ln/>
        </p:spPr>
      </p:sp>
      <p:pic>
        <p:nvPicPr>
          <p:cNvPr id="34" name="Image 6" descr="preencoded.png"/>
          <p:cNvPicPr>
            <a:picLocks noChangeAspect="1"/>
          </p:cNvPicPr>
          <p:nvPr/>
        </p:nvPicPr>
        <p:blipFill>
          <a:blip r:embed="rId4"/>
          <a:stretch>
            <a:fillRect/>
          </a:stretch>
        </p:blipFill>
        <p:spPr>
          <a:xfrm>
            <a:off x="8686800" y="1901952"/>
            <a:ext cx="219456" cy="219456"/>
          </a:xfrm>
          <a:prstGeom prst="rect">
            <a:avLst/>
          </a:prstGeom>
        </p:spPr>
      </p:pic>
      <p:sp>
        <p:nvSpPr>
          <p:cNvPr id="35" name="Text 26"/>
          <p:cNvSpPr/>
          <p:nvPr/>
        </p:nvSpPr>
        <p:spPr>
          <a:xfrm>
            <a:off x="9006840" y="1783080"/>
            <a:ext cx="2468880" cy="457200"/>
          </a:xfrm>
          <a:prstGeom prst="rect">
            <a:avLst/>
          </a:prstGeom>
          <a:noFill/>
          <a:ln/>
        </p:spPr>
        <p:txBody>
          <a:bodyPr wrap="square" rtlCol="0" anchor="ctr"/>
          <a:lstStyle/>
          <a:p>
            <a:pPr marL="0" indent="0" algn="l">
              <a:buNone/>
            </a:pPr>
            <a:r>
              <a:rPr lang="en-US" b="1" dirty="0">
                <a:solidFill>
                  <a:srgbClr val="FFFFFF"/>
                </a:solidFill>
                <a:latin typeface="Calibri" pitchFamily="34" charset="0"/>
                <a:ea typeface="Calibri" pitchFamily="34" charset="-122"/>
                <a:cs typeface="Calibri" pitchFamily="34" charset="-120"/>
              </a:rPr>
              <a:t>COURSE</a:t>
            </a:r>
            <a:endParaRPr lang="en-US" dirty="0"/>
          </a:p>
        </p:txBody>
      </p:sp>
      <p:sp>
        <p:nvSpPr>
          <p:cNvPr id="36" name="Shape 27"/>
          <p:cNvSpPr/>
          <p:nvPr/>
        </p:nvSpPr>
        <p:spPr>
          <a:xfrm>
            <a:off x="8503920" y="2240280"/>
            <a:ext cx="3017520" cy="411480"/>
          </a:xfrm>
          <a:prstGeom prst="roundRect">
            <a:avLst>
              <a:gd name="adj" fmla="val 2222"/>
            </a:avLst>
          </a:prstGeom>
          <a:solidFill>
            <a:srgbClr val="FFF6E6"/>
          </a:solidFill>
          <a:ln w="9525">
            <a:solidFill>
              <a:srgbClr val="E3E8EF"/>
            </a:solidFill>
            <a:prstDash val="solid"/>
          </a:ln>
        </p:spPr>
      </p:sp>
      <p:sp>
        <p:nvSpPr>
          <p:cNvPr id="37" name="Text 28"/>
          <p:cNvSpPr/>
          <p:nvPr/>
        </p:nvSpPr>
        <p:spPr>
          <a:xfrm>
            <a:off x="8668512" y="2240280"/>
            <a:ext cx="1371600" cy="411480"/>
          </a:xfrm>
          <a:prstGeom prst="rect">
            <a:avLst/>
          </a:prstGeom>
          <a:noFill/>
          <a:ln/>
        </p:spPr>
        <p:txBody>
          <a:bodyPr wrap="square" lIns="0" tIns="0" rIns="0" bIns="0" rtlCol="0" anchor="ctr"/>
          <a:lstStyle/>
          <a:p>
            <a:pPr marL="0" indent="0" algn="l">
              <a:buNone/>
            </a:pPr>
            <a:r>
              <a:rPr lang="en-US" b="1" dirty="0">
                <a:solidFill>
                  <a:srgbClr val="F0A32E"/>
                </a:solidFill>
                <a:latin typeface="Calibri" pitchFamily="34" charset="0"/>
                <a:ea typeface="Calibri" pitchFamily="34" charset="-122"/>
                <a:cs typeface="Calibri" pitchFamily="34" charset="-120"/>
              </a:rPr>
              <a:t>Course_ID</a:t>
            </a:r>
            <a:endParaRPr lang="en-US" dirty="0"/>
          </a:p>
        </p:txBody>
      </p:sp>
      <p:sp>
        <p:nvSpPr>
          <p:cNvPr id="38" name="Text 29"/>
          <p:cNvSpPr/>
          <p:nvPr/>
        </p:nvSpPr>
        <p:spPr>
          <a:xfrm>
            <a:off x="9875520" y="2240280"/>
            <a:ext cx="1554480" cy="411480"/>
          </a:xfrm>
          <a:prstGeom prst="rect">
            <a:avLst/>
          </a:prstGeom>
          <a:noFill/>
          <a:ln/>
        </p:spPr>
        <p:txBody>
          <a:bodyPr wrap="square" lIns="0" tIns="0" rIns="0" bIns="0" rtlCol="0" anchor="ctr"/>
          <a:lstStyle/>
          <a:p>
            <a:pPr marL="0" indent="0" algn="l">
              <a:buNone/>
            </a:pPr>
            <a:r>
              <a:rPr lang="en-US" b="1" dirty="0">
                <a:solidFill>
                  <a:srgbClr val="1E293B"/>
                </a:solidFill>
                <a:latin typeface="Consolas" pitchFamily="34" charset="0"/>
                <a:ea typeface="Consolas" pitchFamily="34" charset="-122"/>
                <a:cs typeface="Consolas" pitchFamily="34" charset="-120"/>
              </a:rPr>
              <a:t>DB301</a:t>
            </a:r>
            <a:endParaRPr lang="en-US" dirty="0"/>
          </a:p>
        </p:txBody>
      </p:sp>
      <p:pic>
        <p:nvPicPr>
          <p:cNvPr id="39" name="Image 7" descr="preencoded.png"/>
          <p:cNvPicPr>
            <a:picLocks noChangeAspect="1"/>
          </p:cNvPicPr>
          <p:nvPr/>
        </p:nvPicPr>
        <p:blipFill>
          <a:blip r:embed="rId5"/>
          <a:stretch>
            <a:fillRect/>
          </a:stretch>
        </p:blipFill>
        <p:spPr>
          <a:xfrm>
            <a:off x="11228832" y="2354580"/>
            <a:ext cx="182880" cy="182880"/>
          </a:xfrm>
          <a:prstGeom prst="rect">
            <a:avLst/>
          </a:prstGeom>
        </p:spPr>
      </p:pic>
      <p:sp>
        <p:nvSpPr>
          <p:cNvPr id="40" name="Shape 30"/>
          <p:cNvSpPr/>
          <p:nvPr/>
        </p:nvSpPr>
        <p:spPr>
          <a:xfrm>
            <a:off x="8503920" y="2651760"/>
            <a:ext cx="3017520" cy="411480"/>
          </a:xfrm>
          <a:prstGeom prst="roundRect">
            <a:avLst>
              <a:gd name="adj" fmla="val 2222"/>
            </a:avLst>
          </a:prstGeom>
          <a:solidFill>
            <a:srgbClr val="F4F8FC"/>
          </a:solidFill>
          <a:ln w="9525">
            <a:solidFill>
              <a:srgbClr val="E3E8EF"/>
            </a:solidFill>
            <a:prstDash val="solid"/>
          </a:ln>
        </p:spPr>
      </p:sp>
      <p:sp>
        <p:nvSpPr>
          <p:cNvPr id="41" name="Text 31"/>
          <p:cNvSpPr/>
          <p:nvPr/>
        </p:nvSpPr>
        <p:spPr>
          <a:xfrm>
            <a:off x="8668512" y="2651760"/>
            <a:ext cx="1371600" cy="411480"/>
          </a:xfrm>
          <a:prstGeom prst="rect">
            <a:avLst/>
          </a:prstGeom>
          <a:noFill/>
          <a:ln/>
        </p:spPr>
        <p:txBody>
          <a:bodyPr wrap="square" lIns="0" tIns="0" rIns="0" bIns="0" rtlCol="0" anchor="ctr"/>
          <a:lstStyle/>
          <a:p>
            <a:pPr marL="0" indent="0" algn="l">
              <a:buNone/>
            </a:pPr>
            <a:r>
              <a:rPr lang="en-US" dirty="0">
                <a:solidFill>
                  <a:srgbClr val="6B7280"/>
                </a:solidFill>
                <a:latin typeface="Calibri" pitchFamily="34" charset="0"/>
                <a:ea typeface="Calibri" pitchFamily="34" charset="-122"/>
                <a:cs typeface="Calibri" pitchFamily="34" charset="-120"/>
              </a:rPr>
              <a:t>Title</a:t>
            </a:r>
            <a:endParaRPr lang="en-US" dirty="0"/>
          </a:p>
        </p:txBody>
      </p:sp>
      <p:sp>
        <p:nvSpPr>
          <p:cNvPr id="42" name="Text 32"/>
          <p:cNvSpPr/>
          <p:nvPr/>
        </p:nvSpPr>
        <p:spPr>
          <a:xfrm>
            <a:off x="9875520" y="2651760"/>
            <a:ext cx="1554480" cy="411480"/>
          </a:xfrm>
          <a:prstGeom prst="rect">
            <a:avLst/>
          </a:prstGeom>
          <a:noFill/>
          <a:ln/>
        </p:spPr>
        <p:txBody>
          <a:bodyPr wrap="square" lIns="0" tIns="0" rIns="0" bIns="0" rtlCol="0" anchor="ctr"/>
          <a:lstStyle/>
          <a:p>
            <a:pPr marL="0" indent="0" algn="l">
              <a:buNone/>
            </a:pPr>
            <a:r>
              <a:rPr lang="en-US" b="1" dirty="0">
                <a:solidFill>
                  <a:srgbClr val="1E293B"/>
                </a:solidFill>
                <a:latin typeface="Consolas" pitchFamily="34" charset="0"/>
                <a:ea typeface="Consolas" pitchFamily="34" charset="-122"/>
                <a:cs typeface="Consolas" pitchFamily="34" charset="-120"/>
              </a:rPr>
              <a:t>DBMS</a:t>
            </a:r>
            <a:endParaRPr lang="en-US" dirty="0"/>
          </a:p>
        </p:txBody>
      </p:sp>
      <p:pic>
        <p:nvPicPr>
          <p:cNvPr id="43" name="Image 8" descr="preencoded.png"/>
          <p:cNvPicPr>
            <a:picLocks noChangeAspect="1"/>
          </p:cNvPicPr>
          <p:nvPr/>
        </p:nvPicPr>
        <p:blipFill>
          <a:blip r:embed="rId6"/>
          <a:stretch>
            <a:fillRect/>
          </a:stretch>
        </p:blipFill>
        <p:spPr>
          <a:xfrm>
            <a:off x="3977640" y="2331720"/>
            <a:ext cx="292608" cy="292608"/>
          </a:xfrm>
          <a:prstGeom prst="rect">
            <a:avLst/>
          </a:prstGeom>
        </p:spPr>
      </p:pic>
      <p:pic>
        <p:nvPicPr>
          <p:cNvPr id="44" name="Image 9" descr="preencoded.png"/>
          <p:cNvPicPr>
            <a:picLocks noChangeAspect="1"/>
          </p:cNvPicPr>
          <p:nvPr/>
        </p:nvPicPr>
        <p:blipFill>
          <a:blip r:embed="rId6"/>
          <a:stretch>
            <a:fillRect/>
          </a:stretch>
        </p:blipFill>
        <p:spPr>
          <a:xfrm>
            <a:off x="7909560" y="2331720"/>
            <a:ext cx="292608" cy="292608"/>
          </a:xfrm>
          <a:prstGeom prst="rect">
            <a:avLst/>
          </a:prstGeom>
        </p:spPr>
      </p:pic>
      <p:sp>
        <p:nvSpPr>
          <p:cNvPr id="46" name="Shape 34"/>
          <p:cNvSpPr/>
          <p:nvPr/>
        </p:nvSpPr>
        <p:spPr>
          <a:xfrm>
            <a:off x="777240" y="4910328"/>
            <a:ext cx="457200" cy="457200"/>
          </a:xfrm>
          <a:prstGeom prst="ellipse">
            <a:avLst/>
          </a:prstGeom>
          <a:solidFill>
            <a:srgbClr val="F0A32E"/>
          </a:solidFill>
          <a:ln/>
        </p:spPr>
      </p:sp>
      <p:pic>
        <p:nvPicPr>
          <p:cNvPr id="47" name="Image 10" descr="preencoded.png"/>
          <p:cNvPicPr>
            <a:picLocks noChangeAspect="1"/>
          </p:cNvPicPr>
          <p:nvPr/>
        </p:nvPicPr>
        <p:blipFill>
          <a:blip r:embed="rId7"/>
          <a:stretch>
            <a:fillRect/>
          </a:stretch>
        </p:blipFill>
        <p:spPr>
          <a:xfrm>
            <a:off x="896112" y="5029200"/>
            <a:ext cx="219456" cy="219456"/>
          </a:xfrm>
          <a:prstGeom prst="rect">
            <a:avLst/>
          </a:prstGeom>
        </p:spPr>
      </p:pic>
      <p:sp>
        <p:nvSpPr>
          <p:cNvPr id="48" name="Text 35"/>
          <p:cNvSpPr/>
          <p:nvPr/>
        </p:nvSpPr>
        <p:spPr>
          <a:xfrm>
            <a:off x="1417320" y="4544568"/>
            <a:ext cx="10058400" cy="1234440"/>
          </a:xfrm>
          <a:prstGeom prst="rect">
            <a:avLst/>
          </a:prstGeom>
          <a:noFill/>
          <a:ln/>
        </p:spPr>
        <p:txBody>
          <a:bodyPr wrap="square" lIns="91440" tIns="45720" rIns="91440" bIns="45720" rtlCol="0" anchor="ctr"/>
          <a:lstStyle/>
          <a:p>
            <a:pPr marL="0" indent="0" algn="l">
              <a:lnSpc>
                <a:spcPct val="105000"/>
              </a:lnSpc>
              <a:buNone/>
            </a:pPr>
            <a:r>
              <a:rPr lang="en-US" b="1" dirty="0">
                <a:latin typeface="Calibri"/>
                <a:ea typeface="Calibri"/>
                <a:cs typeface="Calibri"/>
              </a:rPr>
              <a:t>Common keys (highlighted) connect the tables.  </a:t>
            </a:r>
            <a:r>
              <a:rPr lang="en-US" dirty="0">
                <a:latin typeface="Calibri"/>
                <a:ea typeface="Calibri"/>
                <a:cs typeface="Calibri"/>
              </a:rPr>
              <a:t>Aditi's details are stored once in STUDENT; the course once in COURSE. ENROLLMENT just references their IDs — no giant repeated file, no drifting copies. This is how Instagram links a photo to a user, or Amazon links an order to a customer.</a:t>
            </a:r>
            <a:endParaRPr lang="en-US">
              <a:latin typeface="Calibri"/>
              <a:ea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8572" y="731520"/>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Modern Lens: A DBMS Runs the World</a:t>
            </a:r>
            <a:endParaRPr lang="en-US" sz="3200" dirty="0"/>
          </a:p>
        </p:txBody>
      </p:sp>
      <p:sp>
        <p:nvSpPr>
          <p:cNvPr id="4" name="Text 1"/>
          <p:cNvSpPr/>
          <p:nvPr/>
        </p:nvSpPr>
        <p:spPr>
          <a:xfrm>
            <a:off x="457200" y="1024128"/>
            <a:ext cx="10515600" cy="365760"/>
          </a:xfrm>
          <a:prstGeom prst="rect">
            <a:avLst/>
          </a:prstGeom>
          <a:noFill/>
          <a:ln/>
        </p:spPr>
        <p:txBody>
          <a:bodyPr wrap="square" rtlCol="0" anchor="ctr"/>
          <a:lstStyle/>
          <a:p>
            <a:pPr marL="0" indent="0" algn="l">
              <a:buNone/>
            </a:pPr>
            <a:endParaRPr lang="en-US" sz="1500" dirty="0"/>
          </a:p>
        </p:txBody>
      </p:sp>
      <p:sp>
        <p:nvSpPr>
          <p:cNvPr id="5" name="Text 2"/>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17</a:t>
            </a:r>
            <a:endParaRPr lang="en-US" sz="1100" dirty="0"/>
          </a:p>
        </p:txBody>
      </p:sp>
      <p:sp>
        <p:nvSpPr>
          <p:cNvPr id="6" name="Shape 3"/>
          <p:cNvSpPr/>
          <p:nvPr/>
        </p:nvSpPr>
        <p:spPr>
          <a:xfrm>
            <a:off x="454000" y="2105091"/>
            <a:ext cx="2615184" cy="3063240"/>
          </a:xfrm>
          <a:prstGeom prst="roundRect">
            <a:avLst>
              <a:gd name="adj" fmla="val 4196"/>
            </a:avLst>
          </a:prstGeom>
          <a:solidFill>
            <a:srgbClr val="FFFFFF"/>
          </a:solidFill>
          <a:ln w="12700">
            <a:solidFill>
              <a:srgbClr val="E3E8EF"/>
            </a:solidFill>
            <a:prstDash val="solid"/>
          </a:ln>
          <a:effectLst>
            <a:outerShdw blurRad="101600" dist="38100" dir="5400000" algn="bl" rotWithShape="0">
              <a:srgbClr val="9AA5B1">
                <a:alpha val="30000"/>
              </a:srgbClr>
            </a:outerShdw>
          </a:effectLst>
        </p:spPr>
      </p:sp>
      <p:sp>
        <p:nvSpPr>
          <p:cNvPr id="7" name="Shape 4"/>
          <p:cNvSpPr/>
          <p:nvPr/>
        </p:nvSpPr>
        <p:spPr>
          <a:xfrm>
            <a:off x="1327252" y="2103120"/>
            <a:ext cx="868680" cy="868680"/>
          </a:xfrm>
          <a:prstGeom prst="ellipse">
            <a:avLst/>
          </a:prstGeom>
          <a:solidFill>
            <a:srgbClr val="B23A48"/>
          </a:solidFill>
          <a:ln/>
        </p:spPr>
      </p:sp>
      <p:pic>
        <p:nvPicPr>
          <p:cNvPr id="8" name="Image 1" descr="preencoded.png"/>
          <p:cNvPicPr>
            <a:picLocks noChangeAspect="1"/>
          </p:cNvPicPr>
          <p:nvPr/>
        </p:nvPicPr>
        <p:blipFill>
          <a:blip r:embed="rId4"/>
          <a:stretch>
            <a:fillRect/>
          </a:stretch>
        </p:blipFill>
        <p:spPr>
          <a:xfrm>
            <a:off x="1564996" y="2340864"/>
            <a:ext cx="393192" cy="393192"/>
          </a:xfrm>
          <a:prstGeom prst="rect">
            <a:avLst/>
          </a:prstGeom>
        </p:spPr>
      </p:pic>
      <p:sp>
        <p:nvSpPr>
          <p:cNvPr id="9" name="Text 5"/>
          <p:cNvSpPr/>
          <p:nvPr/>
        </p:nvSpPr>
        <p:spPr>
          <a:xfrm>
            <a:off x="454000" y="3108960"/>
            <a:ext cx="2615184" cy="365760"/>
          </a:xfrm>
          <a:prstGeom prst="rect">
            <a:avLst/>
          </a:prstGeom>
          <a:noFill/>
          <a:ln/>
        </p:spPr>
        <p:txBody>
          <a:bodyPr wrap="square" rtlCol="0" anchor="ctr"/>
          <a:lstStyle/>
          <a:p>
            <a:pPr marL="0" indent="0" algn="ctr">
              <a:buNone/>
            </a:pPr>
            <a:r>
              <a:rPr lang="en-US" b="1" dirty="0">
                <a:solidFill>
                  <a:srgbClr val="1F4E79"/>
                </a:solidFill>
                <a:latin typeface="Calibri" pitchFamily="34" charset="0"/>
                <a:ea typeface="Calibri" pitchFamily="34" charset="-122"/>
                <a:cs typeface="Calibri" pitchFamily="34" charset="-120"/>
              </a:rPr>
              <a:t>Netflix</a:t>
            </a:r>
            <a:endParaRPr lang="en-US" dirty="0"/>
          </a:p>
        </p:txBody>
      </p:sp>
      <p:sp>
        <p:nvSpPr>
          <p:cNvPr id="11" name="Shape 7"/>
          <p:cNvSpPr/>
          <p:nvPr/>
        </p:nvSpPr>
        <p:spPr>
          <a:xfrm>
            <a:off x="682600" y="4315819"/>
            <a:ext cx="2157984" cy="384048"/>
          </a:xfrm>
          <a:prstGeom prst="roundRect">
            <a:avLst>
              <a:gd name="adj" fmla="val 19048"/>
            </a:avLst>
          </a:prstGeom>
          <a:solidFill>
            <a:srgbClr val="EAF1FA"/>
          </a:solidFill>
          <a:ln/>
        </p:spPr>
      </p:sp>
      <p:sp>
        <p:nvSpPr>
          <p:cNvPr id="12" name="Text 8"/>
          <p:cNvSpPr/>
          <p:nvPr/>
        </p:nvSpPr>
        <p:spPr>
          <a:xfrm>
            <a:off x="682600" y="4315819"/>
            <a:ext cx="2157984" cy="384048"/>
          </a:xfrm>
          <a:prstGeom prst="rect">
            <a:avLst/>
          </a:prstGeom>
          <a:noFill/>
          <a:ln/>
        </p:spPr>
        <p:txBody>
          <a:bodyPr wrap="square" rtlCol="0" anchor="ctr"/>
          <a:lstStyle/>
          <a:p>
            <a:pPr marL="0" indent="0" algn="ctr">
              <a:buNone/>
            </a:pPr>
            <a:r>
              <a:rPr lang="en-US" b="1" dirty="0">
                <a:solidFill>
                  <a:srgbClr val="1F4E79"/>
                </a:solidFill>
                <a:latin typeface="Calibri" pitchFamily="34" charset="0"/>
                <a:ea typeface="Calibri" pitchFamily="34" charset="-122"/>
                <a:cs typeface="Calibri" pitchFamily="34" charset="-120"/>
              </a:rPr>
              <a:t>Cassandra · DynamoDB</a:t>
            </a:r>
            <a:endParaRPr lang="en-US" dirty="0"/>
          </a:p>
        </p:txBody>
      </p:sp>
      <p:sp>
        <p:nvSpPr>
          <p:cNvPr id="13" name="Shape 9"/>
          <p:cNvSpPr/>
          <p:nvPr/>
        </p:nvSpPr>
        <p:spPr>
          <a:xfrm>
            <a:off x="3343504" y="1773787"/>
            <a:ext cx="2615184" cy="3063240"/>
          </a:xfrm>
          <a:prstGeom prst="roundRect">
            <a:avLst>
              <a:gd name="adj" fmla="val 4196"/>
            </a:avLst>
          </a:prstGeom>
          <a:solidFill>
            <a:srgbClr val="FFFFFF"/>
          </a:solidFill>
          <a:ln w="12700">
            <a:solidFill>
              <a:srgbClr val="E3E8EF"/>
            </a:solidFill>
            <a:prstDash val="solid"/>
          </a:ln>
          <a:effectLst>
            <a:outerShdw blurRad="101600" dist="38100" dir="5400000" algn="bl" rotWithShape="0">
              <a:srgbClr val="9AA5B1">
                <a:alpha val="30000"/>
              </a:srgbClr>
            </a:outerShdw>
          </a:effectLst>
        </p:spPr>
      </p:sp>
      <p:sp>
        <p:nvSpPr>
          <p:cNvPr id="14" name="Shape 10"/>
          <p:cNvSpPr/>
          <p:nvPr/>
        </p:nvSpPr>
        <p:spPr>
          <a:xfrm>
            <a:off x="4216756" y="2103120"/>
            <a:ext cx="868680" cy="868680"/>
          </a:xfrm>
          <a:prstGeom prst="ellipse">
            <a:avLst/>
          </a:prstGeom>
          <a:solidFill>
            <a:srgbClr val="F0A32E"/>
          </a:solidFill>
          <a:ln/>
        </p:spPr>
      </p:sp>
      <p:pic>
        <p:nvPicPr>
          <p:cNvPr id="15" name="Image 2" descr="preencoded.png"/>
          <p:cNvPicPr>
            <a:picLocks noChangeAspect="1"/>
          </p:cNvPicPr>
          <p:nvPr/>
        </p:nvPicPr>
        <p:blipFill>
          <a:blip r:embed="rId5"/>
          <a:stretch>
            <a:fillRect/>
          </a:stretch>
        </p:blipFill>
        <p:spPr>
          <a:xfrm>
            <a:off x="4454500" y="2340864"/>
            <a:ext cx="393192" cy="393192"/>
          </a:xfrm>
          <a:prstGeom prst="rect">
            <a:avLst/>
          </a:prstGeom>
        </p:spPr>
      </p:pic>
      <p:sp>
        <p:nvSpPr>
          <p:cNvPr id="16" name="Text 11"/>
          <p:cNvSpPr/>
          <p:nvPr/>
        </p:nvSpPr>
        <p:spPr>
          <a:xfrm>
            <a:off x="3343504" y="3108960"/>
            <a:ext cx="2615184" cy="365760"/>
          </a:xfrm>
          <a:prstGeom prst="rect">
            <a:avLst/>
          </a:prstGeom>
          <a:noFill/>
          <a:ln/>
        </p:spPr>
        <p:txBody>
          <a:bodyPr wrap="square" rtlCol="0" anchor="ctr"/>
          <a:lstStyle/>
          <a:p>
            <a:pPr marL="0" indent="0" algn="ctr">
              <a:buNone/>
            </a:pPr>
            <a:r>
              <a:rPr lang="en-US" b="1" dirty="0">
                <a:solidFill>
                  <a:srgbClr val="1F4E79"/>
                </a:solidFill>
                <a:latin typeface="Calibri" pitchFamily="34" charset="0"/>
                <a:ea typeface="Calibri" pitchFamily="34" charset="-122"/>
                <a:cs typeface="Calibri" pitchFamily="34" charset="-120"/>
              </a:rPr>
              <a:t>Amazon</a:t>
            </a:r>
            <a:endParaRPr lang="en-US" dirty="0"/>
          </a:p>
        </p:txBody>
      </p:sp>
      <p:sp>
        <p:nvSpPr>
          <p:cNvPr id="18" name="Shape 13"/>
          <p:cNvSpPr/>
          <p:nvPr/>
        </p:nvSpPr>
        <p:spPr>
          <a:xfrm>
            <a:off x="3572104" y="4315819"/>
            <a:ext cx="2157984" cy="384048"/>
          </a:xfrm>
          <a:prstGeom prst="roundRect">
            <a:avLst>
              <a:gd name="adj" fmla="val 19048"/>
            </a:avLst>
          </a:prstGeom>
          <a:solidFill>
            <a:srgbClr val="EAF1FA"/>
          </a:solidFill>
          <a:ln/>
        </p:spPr>
      </p:sp>
      <p:sp>
        <p:nvSpPr>
          <p:cNvPr id="19" name="Text 14"/>
          <p:cNvSpPr/>
          <p:nvPr/>
        </p:nvSpPr>
        <p:spPr>
          <a:xfrm>
            <a:off x="3572104" y="4315819"/>
            <a:ext cx="2157984" cy="384048"/>
          </a:xfrm>
          <a:prstGeom prst="rect">
            <a:avLst/>
          </a:prstGeom>
          <a:noFill/>
          <a:ln/>
        </p:spPr>
        <p:txBody>
          <a:bodyPr wrap="square" rtlCol="0" anchor="ctr"/>
          <a:lstStyle/>
          <a:p>
            <a:pPr marL="0" indent="0" algn="ctr">
              <a:buNone/>
            </a:pPr>
            <a:r>
              <a:rPr lang="en-US" b="1" dirty="0">
                <a:solidFill>
                  <a:srgbClr val="1F4E79"/>
                </a:solidFill>
                <a:latin typeface="Calibri" pitchFamily="34" charset="0"/>
                <a:ea typeface="Calibri" pitchFamily="34" charset="-122"/>
                <a:cs typeface="Calibri" pitchFamily="34" charset="-120"/>
              </a:rPr>
              <a:t>Aurora · DynamoDB</a:t>
            </a:r>
            <a:endParaRPr lang="en-US" dirty="0"/>
          </a:p>
        </p:txBody>
      </p:sp>
      <p:sp>
        <p:nvSpPr>
          <p:cNvPr id="20" name="Shape 15"/>
          <p:cNvSpPr/>
          <p:nvPr/>
        </p:nvSpPr>
        <p:spPr>
          <a:xfrm>
            <a:off x="6233008" y="1773787"/>
            <a:ext cx="2615184" cy="3063240"/>
          </a:xfrm>
          <a:prstGeom prst="roundRect">
            <a:avLst>
              <a:gd name="adj" fmla="val 4196"/>
            </a:avLst>
          </a:prstGeom>
          <a:solidFill>
            <a:srgbClr val="FFFFFF"/>
          </a:solidFill>
          <a:ln w="12700">
            <a:solidFill>
              <a:srgbClr val="E3E8EF"/>
            </a:solidFill>
            <a:prstDash val="solid"/>
          </a:ln>
          <a:effectLst>
            <a:outerShdw blurRad="101600" dist="38100" dir="5400000" algn="bl" rotWithShape="0">
              <a:srgbClr val="9AA5B1">
                <a:alpha val="30000"/>
              </a:srgbClr>
            </a:outerShdw>
          </a:effectLst>
        </p:spPr>
      </p:sp>
      <p:sp>
        <p:nvSpPr>
          <p:cNvPr id="21" name="Shape 16"/>
          <p:cNvSpPr/>
          <p:nvPr/>
        </p:nvSpPr>
        <p:spPr>
          <a:xfrm>
            <a:off x="7106260" y="2103120"/>
            <a:ext cx="868680" cy="868680"/>
          </a:xfrm>
          <a:prstGeom prst="ellipse">
            <a:avLst/>
          </a:prstGeom>
          <a:solidFill>
            <a:srgbClr val="2E7D5B"/>
          </a:solidFill>
          <a:ln/>
        </p:spPr>
      </p:sp>
      <p:pic>
        <p:nvPicPr>
          <p:cNvPr id="22" name="Image 3" descr="preencoded.png"/>
          <p:cNvPicPr>
            <a:picLocks noChangeAspect="1"/>
          </p:cNvPicPr>
          <p:nvPr/>
        </p:nvPicPr>
        <p:blipFill>
          <a:blip r:embed="rId6"/>
          <a:stretch>
            <a:fillRect/>
          </a:stretch>
        </p:blipFill>
        <p:spPr>
          <a:xfrm>
            <a:off x="7344004" y="2340864"/>
            <a:ext cx="393192" cy="393192"/>
          </a:xfrm>
          <a:prstGeom prst="rect">
            <a:avLst/>
          </a:prstGeom>
        </p:spPr>
      </p:pic>
      <p:sp>
        <p:nvSpPr>
          <p:cNvPr id="23" name="Text 17"/>
          <p:cNvSpPr/>
          <p:nvPr/>
        </p:nvSpPr>
        <p:spPr>
          <a:xfrm>
            <a:off x="6233008" y="3108960"/>
            <a:ext cx="2615184" cy="365760"/>
          </a:xfrm>
          <a:prstGeom prst="rect">
            <a:avLst/>
          </a:prstGeom>
          <a:noFill/>
          <a:ln/>
        </p:spPr>
        <p:txBody>
          <a:bodyPr wrap="square" rtlCol="0" anchor="ctr"/>
          <a:lstStyle/>
          <a:p>
            <a:pPr marL="0" indent="0" algn="ctr">
              <a:buNone/>
            </a:pPr>
            <a:r>
              <a:rPr lang="en-US" b="1" dirty="0">
                <a:solidFill>
                  <a:srgbClr val="1F4E79"/>
                </a:solidFill>
                <a:latin typeface="Calibri" pitchFamily="34" charset="0"/>
                <a:ea typeface="Calibri" pitchFamily="34" charset="-122"/>
                <a:cs typeface="Calibri" pitchFamily="34" charset="-120"/>
              </a:rPr>
              <a:t>UPI / PhonePe</a:t>
            </a:r>
            <a:endParaRPr lang="en-US" dirty="0"/>
          </a:p>
        </p:txBody>
      </p:sp>
      <p:sp>
        <p:nvSpPr>
          <p:cNvPr id="25" name="Shape 19"/>
          <p:cNvSpPr/>
          <p:nvPr/>
        </p:nvSpPr>
        <p:spPr>
          <a:xfrm>
            <a:off x="6461608" y="4315819"/>
            <a:ext cx="2157984" cy="384048"/>
          </a:xfrm>
          <a:prstGeom prst="roundRect">
            <a:avLst>
              <a:gd name="adj" fmla="val 19048"/>
            </a:avLst>
          </a:prstGeom>
          <a:solidFill>
            <a:srgbClr val="EAF1FA"/>
          </a:solidFill>
          <a:ln/>
        </p:spPr>
      </p:sp>
      <p:sp>
        <p:nvSpPr>
          <p:cNvPr id="26" name="Text 20"/>
          <p:cNvSpPr/>
          <p:nvPr/>
        </p:nvSpPr>
        <p:spPr>
          <a:xfrm>
            <a:off x="6461608" y="4315819"/>
            <a:ext cx="2157984" cy="384048"/>
          </a:xfrm>
          <a:prstGeom prst="rect">
            <a:avLst/>
          </a:prstGeom>
          <a:noFill/>
          <a:ln/>
        </p:spPr>
        <p:txBody>
          <a:bodyPr wrap="square" rtlCol="0" anchor="ctr"/>
          <a:lstStyle/>
          <a:p>
            <a:pPr marL="0" indent="0" algn="ctr">
              <a:buNone/>
            </a:pPr>
            <a:r>
              <a:rPr lang="en-US" b="1" dirty="0">
                <a:solidFill>
                  <a:srgbClr val="1F4E79"/>
                </a:solidFill>
                <a:latin typeface="Calibri" pitchFamily="34" charset="0"/>
                <a:ea typeface="Calibri" pitchFamily="34" charset="-122"/>
                <a:cs typeface="Calibri" pitchFamily="34" charset="-120"/>
              </a:rPr>
              <a:t>Distributed SQL</a:t>
            </a:r>
            <a:endParaRPr lang="en-US" dirty="0"/>
          </a:p>
        </p:txBody>
      </p:sp>
      <p:sp>
        <p:nvSpPr>
          <p:cNvPr id="27" name="Shape 21"/>
          <p:cNvSpPr/>
          <p:nvPr/>
        </p:nvSpPr>
        <p:spPr>
          <a:xfrm>
            <a:off x="9122512" y="1773787"/>
            <a:ext cx="2615184" cy="3063240"/>
          </a:xfrm>
          <a:prstGeom prst="roundRect">
            <a:avLst>
              <a:gd name="adj" fmla="val 4196"/>
            </a:avLst>
          </a:prstGeom>
          <a:solidFill>
            <a:srgbClr val="FFFFFF"/>
          </a:solidFill>
          <a:ln w="12700">
            <a:solidFill>
              <a:srgbClr val="E3E8EF"/>
            </a:solidFill>
            <a:prstDash val="solid"/>
          </a:ln>
          <a:effectLst>
            <a:outerShdw blurRad="101600" dist="38100" dir="5400000" algn="bl" rotWithShape="0">
              <a:srgbClr val="9AA5B1">
                <a:alpha val="30000"/>
              </a:srgbClr>
            </a:outerShdw>
          </a:effectLst>
        </p:spPr>
      </p:sp>
      <p:sp>
        <p:nvSpPr>
          <p:cNvPr id="28" name="Shape 22"/>
          <p:cNvSpPr/>
          <p:nvPr/>
        </p:nvSpPr>
        <p:spPr>
          <a:xfrm>
            <a:off x="9995764" y="2103120"/>
            <a:ext cx="868680" cy="868680"/>
          </a:xfrm>
          <a:prstGeom prst="ellipse">
            <a:avLst/>
          </a:prstGeom>
          <a:solidFill>
            <a:srgbClr val="1F4E79"/>
          </a:solidFill>
          <a:ln/>
        </p:spPr>
      </p:sp>
      <p:pic>
        <p:nvPicPr>
          <p:cNvPr id="29" name="Image 4" descr="preencoded.png"/>
          <p:cNvPicPr>
            <a:picLocks noChangeAspect="1"/>
          </p:cNvPicPr>
          <p:nvPr/>
        </p:nvPicPr>
        <p:blipFill>
          <a:blip r:embed="rId7"/>
          <a:stretch>
            <a:fillRect/>
          </a:stretch>
        </p:blipFill>
        <p:spPr>
          <a:xfrm>
            <a:off x="10233508" y="2340864"/>
            <a:ext cx="393192" cy="393192"/>
          </a:xfrm>
          <a:prstGeom prst="rect">
            <a:avLst/>
          </a:prstGeom>
        </p:spPr>
      </p:pic>
      <p:sp>
        <p:nvSpPr>
          <p:cNvPr id="30" name="Text 23"/>
          <p:cNvSpPr/>
          <p:nvPr/>
        </p:nvSpPr>
        <p:spPr>
          <a:xfrm>
            <a:off x="9122512" y="3108960"/>
            <a:ext cx="2615184" cy="365760"/>
          </a:xfrm>
          <a:prstGeom prst="rect">
            <a:avLst/>
          </a:prstGeom>
          <a:noFill/>
          <a:ln/>
        </p:spPr>
        <p:txBody>
          <a:bodyPr wrap="square" rtlCol="0" anchor="ctr"/>
          <a:lstStyle/>
          <a:p>
            <a:pPr marL="0" indent="0" algn="ctr">
              <a:buNone/>
            </a:pPr>
            <a:r>
              <a:rPr lang="en-US" b="1" dirty="0">
                <a:solidFill>
                  <a:srgbClr val="1F4E79"/>
                </a:solidFill>
                <a:latin typeface="Calibri" pitchFamily="34" charset="0"/>
                <a:ea typeface="Calibri" pitchFamily="34" charset="-122"/>
                <a:cs typeface="Calibri" pitchFamily="34" charset="-120"/>
              </a:rPr>
              <a:t>Uber / Ola</a:t>
            </a:r>
            <a:endParaRPr lang="en-US" dirty="0"/>
          </a:p>
        </p:txBody>
      </p:sp>
      <p:sp>
        <p:nvSpPr>
          <p:cNvPr id="32" name="Shape 25"/>
          <p:cNvSpPr/>
          <p:nvPr/>
        </p:nvSpPr>
        <p:spPr>
          <a:xfrm>
            <a:off x="9351112" y="4315819"/>
            <a:ext cx="2157984" cy="384048"/>
          </a:xfrm>
          <a:prstGeom prst="roundRect">
            <a:avLst>
              <a:gd name="adj" fmla="val 19048"/>
            </a:avLst>
          </a:prstGeom>
          <a:solidFill>
            <a:srgbClr val="EAF1FA"/>
          </a:solidFill>
          <a:ln/>
        </p:spPr>
      </p:sp>
      <p:sp>
        <p:nvSpPr>
          <p:cNvPr id="33" name="Text 26"/>
          <p:cNvSpPr/>
          <p:nvPr/>
        </p:nvSpPr>
        <p:spPr>
          <a:xfrm>
            <a:off x="9351112" y="4315819"/>
            <a:ext cx="2157984" cy="384048"/>
          </a:xfrm>
          <a:prstGeom prst="rect">
            <a:avLst/>
          </a:prstGeom>
          <a:noFill/>
          <a:ln/>
        </p:spPr>
        <p:txBody>
          <a:bodyPr wrap="square" rtlCol="0" anchor="ctr"/>
          <a:lstStyle/>
          <a:p>
            <a:pPr marL="0" indent="0" algn="ctr">
              <a:buNone/>
            </a:pPr>
            <a:r>
              <a:rPr lang="en-US" b="1" dirty="0">
                <a:solidFill>
                  <a:srgbClr val="1F4E79"/>
                </a:solidFill>
                <a:latin typeface="Calibri" pitchFamily="34" charset="0"/>
                <a:ea typeface="Calibri" pitchFamily="34" charset="-122"/>
                <a:cs typeface="Calibri" pitchFamily="34" charset="-120"/>
              </a:rPr>
              <a:t>PostgreSQL · MySQL</a:t>
            </a:r>
            <a:endParaRPr lang="en-US" dirty="0"/>
          </a:p>
        </p:txBody>
      </p:sp>
      <p:sp>
        <p:nvSpPr>
          <p:cNvPr id="35" name="Shape 28"/>
          <p:cNvSpPr/>
          <p:nvPr/>
        </p:nvSpPr>
        <p:spPr>
          <a:xfrm>
            <a:off x="777240" y="5394960"/>
            <a:ext cx="457200" cy="457200"/>
          </a:xfrm>
          <a:prstGeom prst="ellipse">
            <a:avLst/>
          </a:prstGeom>
          <a:solidFill>
            <a:srgbClr val="F0A32E"/>
          </a:solidFill>
          <a:ln/>
        </p:spPr>
      </p:sp>
      <p:pic>
        <p:nvPicPr>
          <p:cNvPr id="36" name="Image 5" descr="preencoded.png"/>
          <p:cNvPicPr>
            <a:picLocks noChangeAspect="1"/>
          </p:cNvPicPr>
          <p:nvPr/>
        </p:nvPicPr>
        <p:blipFill>
          <a:blip r:embed="rId8"/>
          <a:stretch>
            <a:fillRect/>
          </a:stretch>
        </p:blipFill>
        <p:spPr>
          <a:xfrm>
            <a:off x="896112" y="5513832"/>
            <a:ext cx="219456" cy="219456"/>
          </a:xfrm>
          <a:prstGeom prst="rect">
            <a:avLst/>
          </a:prstGeom>
        </p:spPr>
      </p:pic>
      <p:sp>
        <p:nvSpPr>
          <p:cNvPr id="37" name="Text 29"/>
          <p:cNvSpPr/>
          <p:nvPr/>
        </p:nvSpPr>
        <p:spPr>
          <a:xfrm>
            <a:off x="1417320" y="5166360"/>
            <a:ext cx="10058400" cy="914400"/>
          </a:xfrm>
          <a:prstGeom prst="rect">
            <a:avLst/>
          </a:prstGeom>
          <a:noFill/>
          <a:ln/>
        </p:spPr>
        <p:txBody>
          <a:bodyPr wrap="square" lIns="91440" tIns="45720" rIns="91440" bIns="45720" rtlCol="0" anchor="ctr"/>
          <a:lstStyle/>
          <a:p>
            <a:pPr marL="0" indent="0" algn="l">
              <a:buNone/>
            </a:pPr>
            <a:r>
              <a:rPr lang="en-US" b="1" dirty="0">
                <a:latin typeface="Calibri"/>
                <a:ea typeface="Calibri"/>
                <a:cs typeface="Calibri"/>
              </a:rPr>
              <a:t>The takeaway:  </a:t>
            </a:r>
            <a:r>
              <a:rPr lang="en-US" dirty="0">
                <a:latin typeface="Calibri"/>
                <a:ea typeface="Calibri"/>
                <a:cs typeface="Calibri"/>
              </a:rPr>
              <a:t>the concepts in this class — keys, transactions, roles, recovery — are the exact tools running these billion-user systems.</a:t>
            </a:r>
            <a:endParaRPr lang="en-US">
              <a:latin typeface="Calibri"/>
              <a:ea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Key Summary</a:t>
            </a:r>
            <a:endParaRPr lang="en-US" sz="3200" dirty="0"/>
          </a:p>
        </p:txBody>
      </p:sp>
      <p:sp>
        <p:nvSpPr>
          <p:cNvPr id="4" name="Text 1"/>
          <p:cNvSpPr/>
          <p:nvPr/>
        </p:nvSpPr>
        <p:spPr>
          <a:xfrm>
            <a:off x="457200" y="1024128"/>
            <a:ext cx="10515600" cy="365760"/>
          </a:xfrm>
          <a:prstGeom prst="rect">
            <a:avLst/>
          </a:prstGeom>
          <a:noFill/>
          <a:ln/>
        </p:spPr>
        <p:txBody>
          <a:bodyPr wrap="square" rtlCol="0" anchor="ctr"/>
          <a:lstStyle/>
          <a:p>
            <a:pPr marL="0" indent="0" algn="l">
              <a:buNone/>
            </a:pPr>
            <a:endParaRPr lang="en-US" dirty="0"/>
          </a:p>
        </p:txBody>
      </p:sp>
      <p:sp>
        <p:nvSpPr>
          <p:cNvPr id="5" name="Text 2"/>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18</a:t>
            </a:r>
            <a:endParaRPr lang="en-US" sz="1100" dirty="0"/>
          </a:p>
        </p:txBody>
      </p:sp>
      <p:sp>
        <p:nvSpPr>
          <p:cNvPr id="6" name="Shape 3"/>
          <p:cNvSpPr/>
          <p:nvPr/>
        </p:nvSpPr>
        <p:spPr>
          <a:xfrm>
            <a:off x="640080" y="1783080"/>
            <a:ext cx="5349240" cy="1554480"/>
          </a:xfrm>
          <a:prstGeom prst="roundRect">
            <a:avLst>
              <a:gd name="adj" fmla="val 7059"/>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7" name="Shape 4"/>
          <p:cNvSpPr/>
          <p:nvPr/>
        </p:nvSpPr>
        <p:spPr>
          <a:xfrm>
            <a:off x="914400" y="2194560"/>
            <a:ext cx="731520" cy="731520"/>
          </a:xfrm>
          <a:prstGeom prst="ellipse">
            <a:avLst/>
          </a:prstGeom>
          <a:solidFill>
            <a:srgbClr val="5B9BD5"/>
          </a:solidFill>
          <a:ln/>
        </p:spPr>
      </p:sp>
      <p:pic>
        <p:nvPicPr>
          <p:cNvPr id="8" name="Image 1" descr="preencoded.png"/>
          <p:cNvPicPr>
            <a:picLocks noChangeAspect="1"/>
          </p:cNvPicPr>
          <p:nvPr/>
        </p:nvPicPr>
        <p:blipFill>
          <a:blip r:embed="rId4"/>
          <a:stretch>
            <a:fillRect/>
          </a:stretch>
        </p:blipFill>
        <p:spPr>
          <a:xfrm>
            <a:off x="1124712" y="2404872"/>
            <a:ext cx="310896" cy="310896"/>
          </a:xfrm>
          <a:prstGeom prst="rect">
            <a:avLst/>
          </a:prstGeom>
        </p:spPr>
      </p:pic>
      <p:sp>
        <p:nvSpPr>
          <p:cNvPr id="9" name="Text 5"/>
          <p:cNvSpPr/>
          <p:nvPr/>
        </p:nvSpPr>
        <p:spPr>
          <a:xfrm>
            <a:off x="1828800" y="2039112"/>
            <a:ext cx="3977640" cy="45720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Files are simple but isolated</a:t>
            </a:r>
            <a:endParaRPr lang="en-US" dirty="0"/>
          </a:p>
        </p:txBody>
      </p:sp>
      <p:sp>
        <p:nvSpPr>
          <p:cNvPr id="11" name="Shape 7"/>
          <p:cNvSpPr/>
          <p:nvPr/>
        </p:nvSpPr>
        <p:spPr>
          <a:xfrm>
            <a:off x="6309360" y="1783080"/>
            <a:ext cx="5349240" cy="1554480"/>
          </a:xfrm>
          <a:prstGeom prst="roundRect">
            <a:avLst>
              <a:gd name="adj" fmla="val 7059"/>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12" name="Shape 8"/>
          <p:cNvSpPr/>
          <p:nvPr/>
        </p:nvSpPr>
        <p:spPr>
          <a:xfrm>
            <a:off x="6583680" y="2194560"/>
            <a:ext cx="731520" cy="731520"/>
          </a:xfrm>
          <a:prstGeom prst="ellipse">
            <a:avLst/>
          </a:prstGeom>
          <a:solidFill>
            <a:srgbClr val="2E75B6"/>
          </a:solidFill>
          <a:ln/>
        </p:spPr>
      </p:sp>
      <p:pic>
        <p:nvPicPr>
          <p:cNvPr id="13" name="Image 2" descr="preencoded.png"/>
          <p:cNvPicPr>
            <a:picLocks noChangeAspect="1"/>
          </p:cNvPicPr>
          <p:nvPr/>
        </p:nvPicPr>
        <p:blipFill>
          <a:blip r:embed="rId5"/>
          <a:stretch>
            <a:fillRect/>
          </a:stretch>
        </p:blipFill>
        <p:spPr>
          <a:xfrm>
            <a:off x="6793992" y="2404872"/>
            <a:ext cx="310896" cy="310896"/>
          </a:xfrm>
          <a:prstGeom prst="rect">
            <a:avLst/>
          </a:prstGeom>
        </p:spPr>
      </p:pic>
      <p:sp>
        <p:nvSpPr>
          <p:cNvPr id="14" name="Text 9"/>
          <p:cNvSpPr/>
          <p:nvPr/>
        </p:nvSpPr>
        <p:spPr>
          <a:xfrm>
            <a:off x="7498080" y="2039112"/>
            <a:ext cx="3977640" cy="45720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Databases kill duplication</a:t>
            </a:r>
            <a:endParaRPr lang="en-US" dirty="0"/>
          </a:p>
        </p:txBody>
      </p:sp>
      <p:sp>
        <p:nvSpPr>
          <p:cNvPr id="16" name="Shape 11"/>
          <p:cNvSpPr/>
          <p:nvPr/>
        </p:nvSpPr>
        <p:spPr>
          <a:xfrm>
            <a:off x="640080" y="3657600"/>
            <a:ext cx="5349240" cy="1554480"/>
          </a:xfrm>
          <a:prstGeom prst="roundRect">
            <a:avLst>
              <a:gd name="adj" fmla="val 7059"/>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17" name="Shape 12"/>
          <p:cNvSpPr/>
          <p:nvPr/>
        </p:nvSpPr>
        <p:spPr>
          <a:xfrm>
            <a:off x="914400" y="4069080"/>
            <a:ext cx="731520" cy="731520"/>
          </a:xfrm>
          <a:prstGeom prst="ellipse">
            <a:avLst/>
          </a:prstGeom>
          <a:solidFill>
            <a:srgbClr val="1F4E79"/>
          </a:solidFill>
          <a:ln/>
        </p:spPr>
      </p:sp>
      <p:pic>
        <p:nvPicPr>
          <p:cNvPr id="18" name="Image 3" descr="preencoded.png"/>
          <p:cNvPicPr>
            <a:picLocks noChangeAspect="1"/>
          </p:cNvPicPr>
          <p:nvPr/>
        </p:nvPicPr>
        <p:blipFill>
          <a:blip r:embed="rId6"/>
          <a:stretch>
            <a:fillRect/>
          </a:stretch>
        </p:blipFill>
        <p:spPr>
          <a:xfrm>
            <a:off x="1124712" y="4279392"/>
            <a:ext cx="310896" cy="310896"/>
          </a:xfrm>
          <a:prstGeom prst="rect">
            <a:avLst/>
          </a:prstGeom>
        </p:spPr>
      </p:pic>
      <p:sp>
        <p:nvSpPr>
          <p:cNvPr id="19" name="Text 13"/>
          <p:cNvSpPr/>
          <p:nvPr/>
        </p:nvSpPr>
        <p:spPr>
          <a:xfrm>
            <a:off x="1828800" y="3913632"/>
            <a:ext cx="3977640" cy="45720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A DBMS adds the guarantees</a:t>
            </a:r>
            <a:endParaRPr lang="en-US" dirty="0"/>
          </a:p>
        </p:txBody>
      </p:sp>
      <p:sp>
        <p:nvSpPr>
          <p:cNvPr id="21" name="Shape 15"/>
          <p:cNvSpPr/>
          <p:nvPr/>
        </p:nvSpPr>
        <p:spPr>
          <a:xfrm>
            <a:off x="6309360" y="3657600"/>
            <a:ext cx="5349240" cy="1554480"/>
          </a:xfrm>
          <a:prstGeom prst="roundRect">
            <a:avLst>
              <a:gd name="adj" fmla="val 7059"/>
            </a:avLst>
          </a:prstGeom>
          <a:solidFill>
            <a:srgbClr val="FFFFFF"/>
          </a:solidFill>
          <a:ln w="12700">
            <a:solidFill>
              <a:srgbClr val="E3E8EF"/>
            </a:solidFill>
            <a:prstDash val="solid"/>
          </a:ln>
          <a:effectLst>
            <a:outerShdw blurRad="88900" dist="38100" dir="5400000" algn="bl" rotWithShape="0">
              <a:srgbClr val="9AA5B1">
                <a:alpha val="30000"/>
              </a:srgbClr>
            </a:outerShdw>
          </a:effectLst>
        </p:spPr>
      </p:sp>
      <p:sp>
        <p:nvSpPr>
          <p:cNvPr id="22" name="Shape 16"/>
          <p:cNvSpPr/>
          <p:nvPr/>
        </p:nvSpPr>
        <p:spPr>
          <a:xfrm>
            <a:off x="6583680" y="4069080"/>
            <a:ext cx="731520" cy="731520"/>
          </a:xfrm>
          <a:prstGeom prst="ellipse">
            <a:avLst/>
          </a:prstGeom>
          <a:solidFill>
            <a:srgbClr val="2E7D5B"/>
          </a:solidFill>
          <a:ln/>
        </p:spPr>
      </p:sp>
      <p:pic>
        <p:nvPicPr>
          <p:cNvPr id="23" name="Image 4" descr="preencoded.png"/>
          <p:cNvPicPr>
            <a:picLocks noChangeAspect="1"/>
          </p:cNvPicPr>
          <p:nvPr/>
        </p:nvPicPr>
        <p:blipFill>
          <a:blip r:embed="rId7"/>
          <a:stretch>
            <a:fillRect/>
          </a:stretch>
        </p:blipFill>
        <p:spPr>
          <a:xfrm>
            <a:off x="6793992" y="4279392"/>
            <a:ext cx="310896" cy="310896"/>
          </a:xfrm>
          <a:prstGeom prst="rect">
            <a:avLst/>
          </a:prstGeom>
        </p:spPr>
      </p:pic>
      <p:sp>
        <p:nvSpPr>
          <p:cNvPr id="24" name="Text 17"/>
          <p:cNvSpPr/>
          <p:nvPr/>
        </p:nvSpPr>
        <p:spPr>
          <a:xfrm>
            <a:off x="7498080" y="3913632"/>
            <a:ext cx="3977640" cy="457200"/>
          </a:xfrm>
          <a:prstGeom prst="rect">
            <a:avLst/>
          </a:prstGeom>
          <a:noFill/>
          <a:ln/>
        </p:spPr>
        <p:txBody>
          <a:bodyPr wrap="square"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Scale decides</a:t>
            </a:r>
            <a:endParaRPr lang="en-US" dirty="0"/>
          </a:p>
        </p:txBody>
      </p:sp>
      <p:sp>
        <p:nvSpPr>
          <p:cNvPr id="27" name="Text 20"/>
          <p:cNvSpPr/>
          <p:nvPr/>
        </p:nvSpPr>
        <p:spPr>
          <a:xfrm>
            <a:off x="640080" y="5257800"/>
            <a:ext cx="10881360" cy="685800"/>
          </a:xfrm>
          <a:prstGeom prst="rect">
            <a:avLst/>
          </a:prstGeom>
          <a:noFill/>
          <a:ln/>
        </p:spPr>
        <p:txBody>
          <a:bodyPr wrap="square" rtlCol="0" anchor="ctr"/>
          <a:lstStyle/>
          <a:p>
            <a:pPr marL="0" indent="0" algn="ctr">
              <a:buNone/>
            </a:pPr>
            <a:r>
              <a:rPr lang="en-US" sz="2000" b="1" dirty="0">
                <a:solidFill>
                  <a:srgbClr val="12385A"/>
                </a:solidFill>
                <a:latin typeface="Calibri" pitchFamily="34" charset="0"/>
                <a:ea typeface="Calibri" pitchFamily="34" charset="-122"/>
                <a:cs typeface="Calibri" pitchFamily="34" charset="-120"/>
              </a:rPr>
              <a:t>File systems store data. A DBMS manages it — safely, together, at scale.</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Your Turn: File or Database?</a:t>
            </a:r>
            <a:endParaRPr lang="en-US" sz="3200" dirty="0"/>
          </a:p>
        </p:txBody>
      </p:sp>
      <p:sp>
        <p:nvSpPr>
          <p:cNvPr id="4" name="Text 1"/>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19</a:t>
            </a:r>
            <a:endParaRPr lang="en-US" sz="1100" dirty="0"/>
          </a:p>
        </p:txBody>
      </p:sp>
      <p:sp>
        <p:nvSpPr>
          <p:cNvPr id="5" name="Shape 2"/>
          <p:cNvSpPr/>
          <p:nvPr/>
        </p:nvSpPr>
        <p:spPr>
          <a:xfrm>
            <a:off x="640080" y="1188720"/>
            <a:ext cx="3741234" cy="384048"/>
          </a:xfrm>
          <a:prstGeom prst="roundRect">
            <a:avLst>
              <a:gd name="adj" fmla="val 50000"/>
            </a:avLst>
          </a:prstGeom>
          <a:solidFill>
            <a:srgbClr val="2E7D5B"/>
          </a:solidFill>
          <a:ln/>
        </p:spPr>
      </p:sp>
      <p:pic>
        <p:nvPicPr>
          <p:cNvPr id="6" name="Image 1" descr="preencoded.png"/>
          <p:cNvPicPr>
            <a:picLocks noChangeAspect="1"/>
          </p:cNvPicPr>
          <p:nvPr/>
        </p:nvPicPr>
        <p:blipFill>
          <a:blip r:embed="rId4"/>
          <a:stretch>
            <a:fillRect/>
          </a:stretch>
        </p:blipFill>
        <p:spPr>
          <a:xfrm>
            <a:off x="786384" y="1289304"/>
            <a:ext cx="182880" cy="182880"/>
          </a:xfrm>
          <a:prstGeom prst="rect">
            <a:avLst/>
          </a:prstGeom>
        </p:spPr>
      </p:pic>
      <p:sp>
        <p:nvSpPr>
          <p:cNvPr id="7" name="Text 3"/>
          <p:cNvSpPr/>
          <p:nvPr/>
        </p:nvSpPr>
        <p:spPr>
          <a:xfrm>
            <a:off x="958227" y="1188720"/>
            <a:ext cx="3003977" cy="384048"/>
          </a:xfrm>
          <a:prstGeom prst="rect">
            <a:avLst/>
          </a:prstGeom>
          <a:noFill/>
          <a:ln/>
        </p:spPr>
        <p:txBody>
          <a:bodyPr wrap="square" lIns="0" tIns="0" rIns="0" bIns="0" rtlCol="0" anchor="ctr"/>
          <a:lstStyle/>
          <a:p>
            <a:pPr marL="0" indent="0" algn="l">
              <a:buNone/>
            </a:pPr>
            <a:r>
              <a:rPr lang="en-US" sz="1600" b="1" kern="0" spc="100" dirty="0">
                <a:solidFill>
                  <a:srgbClr val="FFFFFF"/>
                </a:solidFill>
                <a:latin typeface="Calibri"/>
                <a:ea typeface="Calibri"/>
                <a:cs typeface="Calibri"/>
              </a:rPr>
              <a:t>THINK – PAIR – SHARE</a:t>
            </a:r>
            <a:endParaRPr lang="en-US" sz="1600">
              <a:latin typeface="Calibri"/>
              <a:ea typeface="Calibri"/>
              <a:cs typeface="Calibri"/>
            </a:endParaRPr>
          </a:p>
        </p:txBody>
      </p:sp>
      <p:sp>
        <p:nvSpPr>
          <p:cNvPr id="8" name="Text 4"/>
          <p:cNvSpPr/>
          <p:nvPr/>
        </p:nvSpPr>
        <p:spPr>
          <a:xfrm>
            <a:off x="640080" y="1737360"/>
            <a:ext cx="10881360" cy="365760"/>
          </a:xfrm>
          <a:prstGeom prst="rect">
            <a:avLst/>
          </a:prstGeom>
          <a:noFill/>
          <a:ln/>
        </p:spPr>
        <p:txBody>
          <a:bodyPr wrap="square" rtlCol="0" anchor="ctr"/>
          <a:lstStyle/>
          <a:p>
            <a:pPr marL="0" indent="0" algn="l">
              <a:buNone/>
            </a:pPr>
            <a:r>
              <a:rPr lang="en-US" sz="1800" b="1" dirty="0">
                <a:solidFill>
                  <a:srgbClr val="1E293B"/>
                </a:solidFill>
                <a:latin typeface="Calibri" pitchFamily="34" charset="0"/>
                <a:ea typeface="Calibri" pitchFamily="34" charset="-122"/>
                <a:cs typeface="Calibri" pitchFamily="34" charset="-120"/>
              </a:rPr>
              <a:t>For each system, decide: plain files or a full DBMS? Why?</a:t>
            </a:r>
            <a:endParaRPr lang="en-US" sz="1800" dirty="0"/>
          </a:p>
        </p:txBody>
      </p:sp>
      <p:sp>
        <p:nvSpPr>
          <p:cNvPr id="9" name="Shape 5"/>
          <p:cNvSpPr/>
          <p:nvPr/>
        </p:nvSpPr>
        <p:spPr>
          <a:xfrm>
            <a:off x="640080" y="2286000"/>
            <a:ext cx="5349240" cy="841248"/>
          </a:xfrm>
          <a:prstGeom prst="roundRect">
            <a:avLst>
              <a:gd name="adj" fmla="val 10870"/>
            </a:avLst>
          </a:prstGeom>
          <a:solidFill>
            <a:srgbClr val="F4F8FC"/>
          </a:solidFill>
          <a:ln w="12700">
            <a:solidFill>
              <a:srgbClr val="E3E8EF"/>
            </a:solidFill>
            <a:prstDash val="solid"/>
          </a:ln>
        </p:spPr>
      </p:sp>
      <p:sp>
        <p:nvSpPr>
          <p:cNvPr id="10" name="Shape 6"/>
          <p:cNvSpPr/>
          <p:nvPr/>
        </p:nvSpPr>
        <p:spPr>
          <a:xfrm>
            <a:off x="841248" y="2455164"/>
            <a:ext cx="502920" cy="502920"/>
          </a:xfrm>
          <a:prstGeom prst="ellipse">
            <a:avLst/>
          </a:prstGeom>
          <a:solidFill>
            <a:srgbClr val="1F4E79"/>
          </a:solidFill>
          <a:ln/>
        </p:spPr>
      </p:sp>
      <p:sp>
        <p:nvSpPr>
          <p:cNvPr id="11" name="Text 7"/>
          <p:cNvSpPr/>
          <p:nvPr/>
        </p:nvSpPr>
        <p:spPr>
          <a:xfrm>
            <a:off x="841248" y="2455164"/>
            <a:ext cx="502920" cy="50292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12" name="Text 8"/>
          <p:cNvSpPr/>
          <p:nvPr/>
        </p:nvSpPr>
        <p:spPr>
          <a:xfrm>
            <a:off x="1508760" y="2286000"/>
            <a:ext cx="4343400" cy="841248"/>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A personal movie watchlist for one student</a:t>
            </a:r>
            <a:endParaRPr lang="en-US" dirty="0"/>
          </a:p>
        </p:txBody>
      </p:sp>
      <p:sp>
        <p:nvSpPr>
          <p:cNvPr id="13" name="Shape 9"/>
          <p:cNvSpPr/>
          <p:nvPr/>
        </p:nvSpPr>
        <p:spPr>
          <a:xfrm>
            <a:off x="6309360" y="2286000"/>
            <a:ext cx="5349240" cy="841248"/>
          </a:xfrm>
          <a:prstGeom prst="roundRect">
            <a:avLst>
              <a:gd name="adj" fmla="val 10870"/>
            </a:avLst>
          </a:prstGeom>
          <a:solidFill>
            <a:srgbClr val="F4F8FC"/>
          </a:solidFill>
          <a:ln w="12700">
            <a:solidFill>
              <a:srgbClr val="E3E8EF"/>
            </a:solidFill>
            <a:prstDash val="solid"/>
          </a:ln>
        </p:spPr>
      </p:sp>
      <p:sp>
        <p:nvSpPr>
          <p:cNvPr id="14" name="Shape 10"/>
          <p:cNvSpPr/>
          <p:nvPr/>
        </p:nvSpPr>
        <p:spPr>
          <a:xfrm>
            <a:off x="6510528" y="2455164"/>
            <a:ext cx="502920" cy="502920"/>
          </a:xfrm>
          <a:prstGeom prst="ellipse">
            <a:avLst/>
          </a:prstGeom>
          <a:solidFill>
            <a:srgbClr val="1F4E79"/>
          </a:solidFill>
          <a:ln/>
        </p:spPr>
      </p:sp>
      <p:sp>
        <p:nvSpPr>
          <p:cNvPr id="15" name="Text 11"/>
          <p:cNvSpPr/>
          <p:nvPr/>
        </p:nvSpPr>
        <p:spPr>
          <a:xfrm>
            <a:off x="6510528" y="2455164"/>
            <a:ext cx="502920" cy="50292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6" name="Text 12"/>
          <p:cNvSpPr/>
          <p:nvPr/>
        </p:nvSpPr>
        <p:spPr>
          <a:xfrm>
            <a:off x="7178040" y="2286000"/>
            <a:ext cx="4343400" cy="841248"/>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A hospital: doctors, patients, bills &amp; reports</a:t>
            </a:r>
            <a:endParaRPr lang="en-US" dirty="0"/>
          </a:p>
        </p:txBody>
      </p:sp>
      <p:sp>
        <p:nvSpPr>
          <p:cNvPr id="17" name="Shape 13"/>
          <p:cNvSpPr/>
          <p:nvPr/>
        </p:nvSpPr>
        <p:spPr>
          <a:xfrm>
            <a:off x="640080" y="3328416"/>
            <a:ext cx="5349240" cy="841248"/>
          </a:xfrm>
          <a:prstGeom prst="roundRect">
            <a:avLst>
              <a:gd name="adj" fmla="val 10870"/>
            </a:avLst>
          </a:prstGeom>
          <a:solidFill>
            <a:srgbClr val="F4F8FC"/>
          </a:solidFill>
          <a:ln w="12700">
            <a:solidFill>
              <a:srgbClr val="E3E8EF"/>
            </a:solidFill>
            <a:prstDash val="solid"/>
          </a:ln>
        </p:spPr>
      </p:sp>
      <p:sp>
        <p:nvSpPr>
          <p:cNvPr id="18" name="Shape 14"/>
          <p:cNvSpPr/>
          <p:nvPr/>
        </p:nvSpPr>
        <p:spPr>
          <a:xfrm>
            <a:off x="841248" y="3497580"/>
            <a:ext cx="502920" cy="502920"/>
          </a:xfrm>
          <a:prstGeom prst="ellipse">
            <a:avLst/>
          </a:prstGeom>
          <a:solidFill>
            <a:srgbClr val="1F4E79"/>
          </a:solidFill>
          <a:ln/>
        </p:spPr>
      </p:sp>
      <p:sp>
        <p:nvSpPr>
          <p:cNvPr id="19" name="Text 15"/>
          <p:cNvSpPr/>
          <p:nvPr/>
        </p:nvSpPr>
        <p:spPr>
          <a:xfrm>
            <a:off x="841248" y="3497580"/>
            <a:ext cx="502920" cy="50292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20" name="Text 16"/>
          <p:cNvSpPr/>
          <p:nvPr/>
        </p:nvSpPr>
        <p:spPr>
          <a:xfrm>
            <a:off x="1508760" y="3328416"/>
            <a:ext cx="4343400" cy="841248"/>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School attendance updated by many teachers daily</a:t>
            </a:r>
            <a:endParaRPr lang="en-US" dirty="0"/>
          </a:p>
        </p:txBody>
      </p:sp>
      <p:sp>
        <p:nvSpPr>
          <p:cNvPr id="21" name="Shape 17"/>
          <p:cNvSpPr/>
          <p:nvPr/>
        </p:nvSpPr>
        <p:spPr>
          <a:xfrm>
            <a:off x="6309360" y="3328416"/>
            <a:ext cx="5349240" cy="841248"/>
          </a:xfrm>
          <a:prstGeom prst="roundRect">
            <a:avLst>
              <a:gd name="adj" fmla="val 10870"/>
            </a:avLst>
          </a:prstGeom>
          <a:solidFill>
            <a:srgbClr val="F4F8FC"/>
          </a:solidFill>
          <a:ln w="12700">
            <a:solidFill>
              <a:srgbClr val="E3E8EF"/>
            </a:solidFill>
            <a:prstDash val="solid"/>
          </a:ln>
        </p:spPr>
      </p:sp>
      <p:sp>
        <p:nvSpPr>
          <p:cNvPr id="22" name="Shape 18"/>
          <p:cNvSpPr/>
          <p:nvPr/>
        </p:nvSpPr>
        <p:spPr>
          <a:xfrm>
            <a:off x="6510528" y="3497580"/>
            <a:ext cx="502920" cy="502920"/>
          </a:xfrm>
          <a:prstGeom prst="ellipse">
            <a:avLst/>
          </a:prstGeom>
          <a:solidFill>
            <a:srgbClr val="1F4E79"/>
          </a:solidFill>
          <a:ln/>
        </p:spPr>
      </p:sp>
      <p:sp>
        <p:nvSpPr>
          <p:cNvPr id="23" name="Text 19"/>
          <p:cNvSpPr/>
          <p:nvPr/>
        </p:nvSpPr>
        <p:spPr>
          <a:xfrm>
            <a:off x="6510528" y="3497580"/>
            <a:ext cx="502920" cy="50292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4" name="Text 20"/>
          <p:cNvSpPr/>
          <p:nvPr/>
        </p:nvSpPr>
        <p:spPr>
          <a:xfrm>
            <a:off x="7178040" y="3328416"/>
            <a:ext cx="4343400" cy="841248"/>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A guest list for one weekend event</a:t>
            </a:r>
            <a:endParaRPr lang="en-US" dirty="0"/>
          </a:p>
        </p:txBody>
      </p:sp>
      <p:sp>
        <p:nvSpPr>
          <p:cNvPr id="25" name="Shape 21"/>
          <p:cNvSpPr/>
          <p:nvPr/>
        </p:nvSpPr>
        <p:spPr>
          <a:xfrm>
            <a:off x="640080" y="4370832"/>
            <a:ext cx="5349240" cy="841248"/>
          </a:xfrm>
          <a:prstGeom prst="roundRect">
            <a:avLst>
              <a:gd name="adj" fmla="val 10870"/>
            </a:avLst>
          </a:prstGeom>
          <a:solidFill>
            <a:srgbClr val="F4F8FC"/>
          </a:solidFill>
          <a:ln w="12700">
            <a:solidFill>
              <a:srgbClr val="E3E8EF"/>
            </a:solidFill>
            <a:prstDash val="solid"/>
          </a:ln>
        </p:spPr>
      </p:sp>
      <p:sp>
        <p:nvSpPr>
          <p:cNvPr id="26" name="Shape 22"/>
          <p:cNvSpPr/>
          <p:nvPr/>
        </p:nvSpPr>
        <p:spPr>
          <a:xfrm>
            <a:off x="841248" y="4539996"/>
            <a:ext cx="502920" cy="502920"/>
          </a:xfrm>
          <a:prstGeom prst="ellipse">
            <a:avLst/>
          </a:prstGeom>
          <a:solidFill>
            <a:srgbClr val="1F4E79"/>
          </a:solidFill>
          <a:ln/>
        </p:spPr>
      </p:sp>
      <p:sp>
        <p:nvSpPr>
          <p:cNvPr id="27" name="Text 23"/>
          <p:cNvSpPr/>
          <p:nvPr/>
        </p:nvSpPr>
        <p:spPr>
          <a:xfrm>
            <a:off x="841248" y="4539996"/>
            <a:ext cx="502920" cy="50292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28" name="Text 24"/>
          <p:cNvSpPr/>
          <p:nvPr/>
        </p:nvSpPr>
        <p:spPr>
          <a:xfrm>
            <a:off x="1508760" y="4370832"/>
            <a:ext cx="4343400" cy="841248"/>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A bank handling millions of live transactions</a:t>
            </a:r>
            <a:endParaRPr lang="en-US" dirty="0"/>
          </a:p>
        </p:txBody>
      </p:sp>
      <p:sp>
        <p:nvSpPr>
          <p:cNvPr id="29" name="Shape 25"/>
          <p:cNvSpPr/>
          <p:nvPr/>
        </p:nvSpPr>
        <p:spPr>
          <a:xfrm>
            <a:off x="6309360" y="4370832"/>
            <a:ext cx="5349240" cy="841248"/>
          </a:xfrm>
          <a:prstGeom prst="roundRect">
            <a:avLst>
              <a:gd name="adj" fmla="val 10870"/>
            </a:avLst>
          </a:prstGeom>
          <a:solidFill>
            <a:srgbClr val="F4F8FC"/>
          </a:solidFill>
          <a:ln w="12700">
            <a:solidFill>
              <a:srgbClr val="E3E8EF"/>
            </a:solidFill>
            <a:prstDash val="solid"/>
          </a:ln>
        </p:spPr>
      </p:sp>
      <p:sp>
        <p:nvSpPr>
          <p:cNvPr id="30" name="Shape 26"/>
          <p:cNvSpPr/>
          <p:nvPr/>
        </p:nvSpPr>
        <p:spPr>
          <a:xfrm>
            <a:off x="6510528" y="4539996"/>
            <a:ext cx="502920" cy="502920"/>
          </a:xfrm>
          <a:prstGeom prst="ellipse">
            <a:avLst/>
          </a:prstGeom>
          <a:solidFill>
            <a:srgbClr val="1F4E79"/>
          </a:solidFill>
          <a:ln/>
        </p:spPr>
      </p:sp>
      <p:sp>
        <p:nvSpPr>
          <p:cNvPr id="31" name="Text 27"/>
          <p:cNvSpPr/>
          <p:nvPr/>
        </p:nvSpPr>
        <p:spPr>
          <a:xfrm>
            <a:off x="6510528" y="4539996"/>
            <a:ext cx="502920" cy="50292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32" name="Text 28"/>
          <p:cNvSpPr/>
          <p:nvPr/>
        </p:nvSpPr>
        <p:spPr>
          <a:xfrm>
            <a:off x="7178040" y="4370832"/>
            <a:ext cx="4343400" cy="841248"/>
          </a:xfrm>
          <a:prstGeom prst="rect">
            <a:avLst/>
          </a:prstGeom>
          <a:noFill/>
          <a:ln/>
        </p:spPr>
        <p:txBody>
          <a:bodyPr wrap="square" lIns="0" tIns="0" rIns="0" bIns="0" rtlCol="0" anchor="ctr"/>
          <a:lstStyle/>
          <a:p>
            <a:pPr marL="0" indent="0" algn="l">
              <a:buNone/>
            </a:pPr>
            <a:r>
              <a:rPr lang="en-US" dirty="0">
                <a:solidFill>
                  <a:srgbClr val="1E293B"/>
                </a:solidFill>
                <a:latin typeface="Calibri" pitchFamily="34" charset="0"/>
                <a:ea typeface="Calibri" pitchFamily="34" charset="-122"/>
                <a:cs typeface="Calibri" pitchFamily="34" charset="-120"/>
              </a:rPr>
              <a:t>A shared class notes doc for a study group</a:t>
            </a:r>
            <a:endParaRPr lang="en-US" dirty="0"/>
          </a:p>
        </p:txBody>
      </p:sp>
      <p:sp>
        <p:nvSpPr>
          <p:cNvPr id="33" name="Text 29"/>
          <p:cNvSpPr/>
          <p:nvPr/>
        </p:nvSpPr>
        <p:spPr>
          <a:xfrm>
            <a:off x="640080" y="5943600"/>
            <a:ext cx="10881360" cy="365760"/>
          </a:xfrm>
          <a:prstGeom prst="rect">
            <a:avLst/>
          </a:prstGeom>
          <a:noFill/>
          <a:ln/>
        </p:spPr>
        <p:txBody>
          <a:bodyPr wrap="square" rtlCol="0" anchor="ctr"/>
          <a:lstStyle/>
          <a:p>
            <a:pPr marL="0" indent="0" algn="ctr">
              <a:buNone/>
            </a:pPr>
            <a:r>
              <a:rPr lang="en-US" sz="1350" i="1" dirty="0">
                <a:solidFill>
                  <a:srgbClr val="6B7280"/>
                </a:solidFill>
                <a:latin typeface="Calibri" pitchFamily="34" charset="0"/>
                <a:ea typeface="Calibri" pitchFamily="34" charset="-122"/>
                <a:cs typeface="Calibri" pitchFamily="34" charset="-120"/>
              </a:rPr>
              <a:t>Hint: count the users, the shared data, and the cost of a mistake.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Quick Check — Answers &amp; Takeaways</a:t>
            </a:r>
            <a:endParaRPr lang="en-US" sz="3200" dirty="0"/>
          </a:p>
        </p:txBody>
      </p:sp>
      <p:sp>
        <p:nvSpPr>
          <p:cNvPr id="4" name="Text 1"/>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20</a:t>
            </a:r>
            <a:endParaRPr lang="en-US" sz="1100" dirty="0"/>
          </a:p>
        </p:txBody>
      </p:sp>
      <p:sp>
        <p:nvSpPr>
          <p:cNvPr id="5" name="Shape 2"/>
          <p:cNvSpPr/>
          <p:nvPr/>
        </p:nvSpPr>
        <p:spPr>
          <a:xfrm>
            <a:off x="640080" y="1600200"/>
            <a:ext cx="10881360" cy="749808"/>
          </a:xfrm>
          <a:prstGeom prst="roundRect">
            <a:avLst>
              <a:gd name="adj" fmla="val 12195"/>
            </a:avLst>
          </a:prstGeom>
          <a:solidFill>
            <a:srgbClr val="FFFFFF"/>
          </a:solidFill>
          <a:ln w="12700">
            <a:solidFill>
              <a:srgbClr val="E3E8EF"/>
            </a:solidFill>
            <a:prstDash val="solid"/>
          </a:ln>
          <a:effectLst>
            <a:outerShdw blurRad="63500" dist="25400" dir="5400000" algn="bl" rotWithShape="0">
              <a:srgbClr val="9AA5B1">
                <a:alpha val="22000"/>
              </a:srgbClr>
            </a:outerShdw>
          </a:effectLst>
        </p:spPr>
      </p:sp>
      <p:sp>
        <p:nvSpPr>
          <p:cNvPr id="6" name="Shape 3"/>
          <p:cNvSpPr/>
          <p:nvPr/>
        </p:nvSpPr>
        <p:spPr>
          <a:xfrm>
            <a:off x="822960" y="1773936"/>
            <a:ext cx="402336" cy="402336"/>
          </a:xfrm>
          <a:prstGeom prst="ellipse">
            <a:avLst/>
          </a:prstGeom>
          <a:solidFill>
            <a:srgbClr val="2E7D5B"/>
          </a:solidFill>
          <a:ln/>
        </p:spPr>
      </p:sp>
      <p:pic>
        <p:nvPicPr>
          <p:cNvPr id="7" name="Image 1" descr="preencoded.png"/>
          <p:cNvPicPr>
            <a:picLocks noChangeAspect="1"/>
          </p:cNvPicPr>
          <p:nvPr/>
        </p:nvPicPr>
        <p:blipFill>
          <a:blip r:embed="rId4"/>
          <a:stretch>
            <a:fillRect/>
          </a:stretch>
        </p:blipFill>
        <p:spPr>
          <a:xfrm>
            <a:off x="914400" y="1865376"/>
            <a:ext cx="219456" cy="219456"/>
          </a:xfrm>
          <a:prstGeom prst="rect">
            <a:avLst/>
          </a:prstGeom>
        </p:spPr>
      </p:pic>
      <p:sp>
        <p:nvSpPr>
          <p:cNvPr id="8" name="Text 4"/>
          <p:cNvSpPr/>
          <p:nvPr/>
        </p:nvSpPr>
        <p:spPr>
          <a:xfrm>
            <a:off x="1371600" y="1600200"/>
            <a:ext cx="9966960" cy="749808"/>
          </a:xfrm>
          <a:prstGeom prst="rect">
            <a:avLst/>
          </a:prstGeom>
          <a:noFill/>
          <a:ln/>
        </p:spPr>
        <p:txBody>
          <a:bodyPr wrap="square" lIns="0" tIns="0" rIns="0" bIns="0"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Same fact stored in many files?   </a:t>
            </a:r>
            <a:r>
              <a:rPr lang="en-US" dirty="0">
                <a:solidFill>
                  <a:srgbClr val="1E293B"/>
                </a:solidFill>
                <a:latin typeface="Calibri" pitchFamily="34" charset="0"/>
                <a:ea typeface="Calibri" pitchFamily="34" charset="-122"/>
                <a:cs typeface="Calibri" pitchFamily="34" charset="-120"/>
              </a:rPr>
              <a:t>Redundancy — and it leads to inconsistency.</a:t>
            </a:r>
            <a:endParaRPr lang="en-US" dirty="0"/>
          </a:p>
        </p:txBody>
      </p:sp>
      <p:sp>
        <p:nvSpPr>
          <p:cNvPr id="9" name="Shape 5"/>
          <p:cNvSpPr/>
          <p:nvPr/>
        </p:nvSpPr>
        <p:spPr>
          <a:xfrm>
            <a:off x="640080" y="2441448"/>
            <a:ext cx="10881360" cy="749808"/>
          </a:xfrm>
          <a:prstGeom prst="roundRect">
            <a:avLst>
              <a:gd name="adj" fmla="val 12195"/>
            </a:avLst>
          </a:prstGeom>
          <a:solidFill>
            <a:srgbClr val="FFFFFF"/>
          </a:solidFill>
          <a:ln w="12700">
            <a:solidFill>
              <a:srgbClr val="E3E8EF"/>
            </a:solidFill>
            <a:prstDash val="solid"/>
          </a:ln>
          <a:effectLst>
            <a:outerShdw blurRad="63500" dist="25400" dir="5400000" algn="bl" rotWithShape="0">
              <a:srgbClr val="9AA5B1">
                <a:alpha val="22000"/>
              </a:srgbClr>
            </a:outerShdw>
          </a:effectLst>
        </p:spPr>
      </p:sp>
      <p:sp>
        <p:nvSpPr>
          <p:cNvPr id="10" name="Shape 6"/>
          <p:cNvSpPr/>
          <p:nvPr/>
        </p:nvSpPr>
        <p:spPr>
          <a:xfrm>
            <a:off x="822960" y="2615184"/>
            <a:ext cx="402336" cy="402336"/>
          </a:xfrm>
          <a:prstGeom prst="ellipse">
            <a:avLst/>
          </a:prstGeom>
          <a:solidFill>
            <a:srgbClr val="2E7D5B"/>
          </a:solidFill>
          <a:ln/>
        </p:spPr>
      </p:sp>
      <p:pic>
        <p:nvPicPr>
          <p:cNvPr id="11" name="Image 2" descr="preencoded.png"/>
          <p:cNvPicPr>
            <a:picLocks noChangeAspect="1"/>
          </p:cNvPicPr>
          <p:nvPr/>
        </p:nvPicPr>
        <p:blipFill>
          <a:blip r:embed="rId4"/>
          <a:stretch>
            <a:fillRect/>
          </a:stretch>
        </p:blipFill>
        <p:spPr>
          <a:xfrm>
            <a:off x="914400" y="2706624"/>
            <a:ext cx="219456" cy="219456"/>
          </a:xfrm>
          <a:prstGeom prst="rect">
            <a:avLst/>
          </a:prstGeom>
        </p:spPr>
      </p:pic>
      <p:sp>
        <p:nvSpPr>
          <p:cNvPr id="12" name="Text 7"/>
          <p:cNvSpPr/>
          <p:nvPr/>
        </p:nvSpPr>
        <p:spPr>
          <a:xfrm>
            <a:off x="1371600" y="2441448"/>
            <a:ext cx="9966960" cy="749808"/>
          </a:xfrm>
          <a:prstGeom prst="rect">
            <a:avLst/>
          </a:prstGeom>
          <a:noFill/>
          <a:ln/>
        </p:spPr>
        <p:txBody>
          <a:bodyPr wrap="square" lIns="0" tIns="0" rIns="0" bIns="0"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Why DBMS for multi-user systems?   </a:t>
            </a:r>
            <a:r>
              <a:rPr lang="en-US" dirty="0">
                <a:solidFill>
                  <a:srgbClr val="1E293B"/>
                </a:solidFill>
                <a:latin typeface="Calibri" pitchFamily="34" charset="0"/>
                <a:ea typeface="Calibri" pitchFamily="34" charset="-122"/>
                <a:cs typeface="Calibri" pitchFamily="34" charset="-120"/>
              </a:rPr>
              <a:t>Concurrency control keeps simultaneous edits correct.</a:t>
            </a:r>
            <a:endParaRPr lang="en-US" dirty="0"/>
          </a:p>
        </p:txBody>
      </p:sp>
      <p:sp>
        <p:nvSpPr>
          <p:cNvPr id="13" name="Shape 8"/>
          <p:cNvSpPr/>
          <p:nvPr/>
        </p:nvSpPr>
        <p:spPr>
          <a:xfrm>
            <a:off x="640080" y="3282696"/>
            <a:ext cx="10881360" cy="749808"/>
          </a:xfrm>
          <a:prstGeom prst="roundRect">
            <a:avLst>
              <a:gd name="adj" fmla="val 12195"/>
            </a:avLst>
          </a:prstGeom>
          <a:solidFill>
            <a:srgbClr val="FFFFFF"/>
          </a:solidFill>
          <a:ln w="12700">
            <a:solidFill>
              <a:srgbClr val="E3E8EF"/>
            </a:solidFill>
            <a:prstDash val="solid"/>
          </a:ln>
          <a:effectLst>
            <a:outerShdw blurRad="63500" dist="25400" dir="5400000" algn="bl" rotWithShape="0">
              <a:srgbClr val="9AA5B1">
                <a:alpha val="22000"/>
              </a:srgbClr>
            </a:outerShdw>
          </a:effectLst>
        </p:spPr>
      </p:sp>
      <p:sp>
        <p:nvSpPr>
          <p:cNvPr id="14" name="Shape 9"/>
          <p:cNvSpPr/>
          <p:nvPr/>
        </p:nvSpPr>
        <p:spPr>
          <a:xfrm>
            <a:off x="822960" y="3456432"/>
            <a:ext cx="402336" cy="402336"/>
          </a:xfrm>
          <a:prstGeom prst="ellipse">
            <a:avLst/>
          </a:prstGeom>
          <a:solidFill>
            <a:srgbClr val="2E7D5B"/>
          </a:solidFill>
          <a:ln/>
        </p:spPr>
      </p:sp>
      <p:pic>
        <p:nvPicPr>
          <p:cNvPr id="15" name="Image 3" descr="preencoded.png"/>
          <p:cNvPicPr>
            <a:picLocks noChangeAspect="1"/>
          </p:cNvPicPr>
          <p:nvPr/>
        </p:nvPicPr>
        <p:blipFill>
          <a:blip r:embed="rId4"/>
          <a:stretch>
            <a:fillRect/>
          </a:stretch>
        </p:blipFill>
        <p:spPr>
          <a:xfrm>
            <a:off x="914400" y="3547872"/>
            <a:ext cx="219456" cy="219456"/>
          </a:xfrm>
          <a:prstGeom prst="rect">
            <a:avLst/>
          </a:prstGeom>
        </p:spPr>
      </p:pic>
      <p:sp>
        <p:nvSpPr>
          <p:cNvPr id="16" name="Text 10"/>
          <p:cNvSpPr/>
          <p:nvPr/>
        </p:nvSpPr>
        <p:spPr>
          <a:xfrm>
            <a:off x="1371600" y="3282696"/>
            <a:ext cx="9966960" cy="749808"/>
          </a:xfrm>
          <a:prstGeom prst="rect">
            <a:avLst/>
          </a:prstGeom>
          <a:noFill/>
          <a:ln/>
        </p:spPr>
        <p:txBody>
          <a:bodyPr wrap="square" lIns="0" tIns="0" rIns="0" bIns="0"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What does integrity mean?   </a:t>
            </a:r>
            <a:r>
              <a:rPr lang="en-US" dirty="0">
                <a:solidFill>
                  <a:srgbClr val="1E293B"/>
                </a:solidFill>
                <a:latin typeface="Calibri" pitchFamily="34" charset="0"/>
                <a:ea typeface="Calibri" pitchFamily="34" charset="-122"/>
                <a:cs typeface="Calibri" pitchFamily="34" charset="-120"/>
              </a:rPr>
              <a:t>Data obeys rules &amp; valid relationships (no 112/100).</a:t>
            </a:r>
            <a:endParaRPr lang="en-US" dirty="0"/>
          </a:p>
        </p:txBody>
      </p:sp>
      <p:sp>
        <p:nvSpPr>
          <p:cNvPr id="17" name="Shape 11"/>
          <p:cNvSpPr/>
          <p:nvPr/>
        </p:nvSpPr>
        <p:spPr>
          <a:xfrm>
            <a:off x="640080" y="4123944"/>
            <a:ext cx="10881360" cy="749808"/>
          </a:xfrm>
          <a:prstGeom prst="roundRect">
            <a:avLst>
              <a:gd name="adj" fmla="val 12195"/>
            </a:avLst>
          </a:prstGeom>
          <a:solidFill>
            <a:srgbClr val="FFFFFF"/>
          </a:solidFill>
          <a:ln w="12700">
            <a:solidFill>
              <a:srgbClr val="E3E8EF"/>
            </a:solidFill>
            <a:prstDash val="solid"/>
          </a:ln>
          <a:effectLst>
            <a:outerShdw blurRad="63500" dist="25400" dir="5400000" algn="bl" rotWithShape="0">
              <a:srgbClr val="9AA5B1">
                <a:alpha val="22000"/>
              </a:srgbClr>
            </a:outerShdw>
          </a:effectLst>
        </p:spPr>
      </p:sp>
      <p:sp>
        <p:nvSpPr>
          <p:cNvPr id="18" name="Shape 12"/>
          <p:cNvSpPr/>
          <p:nvPr/>
        </p:nvSpPr>
        <p:spPr>
          <a:xfrm>
            <a:off x="822960" y="4297680"/>
            <a:ext cx="402336" cy="402336"/>
          </a:xfrm>
          <a:prstGeom prst="ellipse">
            <a:avLst/>
          </a:prstGeom>
          <a:solidFill>
            <a:srgbClr val="2E7D5B"/>
          </a:solidFill>
          <a:ln/>
        </p:spPr>
      </p:sp>
      <p:pic>
        <p:nvPicPr>
          <p:cNvPr id="19" name="Image 4" descr="preencoded.png"/>
          <p:cNvPicPr>
            <a:picLocks noChangeAspect="1"/>
          </p:cNvPicPr>
          <p:nvPr/>
        </p:nvPicPr>
        <p:blipFill>
          <a:blip r:embed="rId4"/>
          <a:stretch>
            <a:fillRect/>
          </a:stretch>
        </p:blipFill>
        <p:spPr>
          <a:xfrm>
            <a:off x="914400" y="4389120"/>
            <a:ext cx="219456" cy="219456"/>
          </a:xfrm>
          <a:prstGeom prst="rect">
            <a:avLst/>
          </a:prstGeom>
        </p:spPr>
      </p:pic>
      <p:sp>
        <p:nvSpPr>
          <p:cNvPr id="20" name="Text 13"/>
          <p:cNvSpPr/>
          <p:nvPr/>
        </p:nvSpPr>
        <p:spPr>
          <a:xfrm>
            <a:off x="1371600" y="4123944"/>
            <a:ext cx="9966960" cy="749808"/>
          </a:xfrm>
          <a:prstGeom prst="rect">
            <a:avLst/>
          </a:prstGeom>
          <a:noFill/>
          <a:ln/>
        </p:spPr>
        <p:txBody>
          <a:bodyPr wrap="square" lIns="0" tIns="0" rIns="0" bIns="0"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When are files still fine?   </a:t>
            </a:r>
            <a:r>
              <a:rPr lang="en-US" dirty="0">
                <a:solidFill>
                  <a:srgbClr val="1E293B"/>
                </a:solidFill>
                <a:latin typeface="Calibri" pitchFamily="34" charset="0"/>
                <a:ea typeface="Calibri" pitchFamily="34" charset="-122"/>
                <a:cs typeface="Calibri" pitchFamily="34" charset="-120"/>
              </a:rPr>
              <a:t>Small, personal or temporary lists.</a:t>
            </a:r>
            <a:endParaRPr lang="en-US" dirty="0"/>
          </a:p>
        </p:txBody>
      </p:sp>
      <p:sp>
        <p:nvSpPr>
          <p:cNvPr id="21" name="Shape 14"/>
          <p:cNvSpPr/>
          <p:nvPr/>
        </p:nvSpPr>
        <p:spPr>
          <a:xfrm>
            <a:off x="640080" y="4965192"/>
            <a:ext cx="10881360" cy="749808"/>
          </a:xfrm>
          <a:prstGeom prst="roundRect">
            <a:avLst>
              <a:gd name="adj" fmla="val 12195"/>
            </a:avLst>
          </a:prstGeom>
          <a:solidFill>
            <a:srgbClr val="FFFFFF"/>
          </a:solidFill>
          <a:ln w="12700">
            <a:solidFill>
              <a:srgbClr val="E3E8EF"/>
            </a:solidFill>
            <a:prstDash val="solid"/>
          </a:ln>
          <a:effectLst>
            <a:outerShdw blurRad="63500" dist="25400" dir="5400000" algn="bl" rotWithShape="0">
              <a:srgbClr val="9AA5B1">
                <a:alpha val="22000"/>
              </a:srgbClr>
            </a:outerShdw>
          </a:effectLst>
        </p:spPr>
      </p:sp>
      <p:sp>
        <p:nvSpPr>
          <p:cNvPr id="22" name="Shape 15"/>
          <p:cNvSpPr/>
          <p:nvPr/>
        </p:nvSpPr>
        <p:spPr>
          <a:xfrm>
            <a:off x="822960" y="5138928"/>
            <a:ext cx="402336" cy="402336"/>
          </a:xfrm>
          <a:prstGeom prst="ellipse">
            <a:avLst/>
          </a:prstGeom>
          <a:solidFill>
            <a:srgbClr val="2E7D5B"/>
          </a:solidFill>
          <a:ln/>
        </p:spPr>
      </p:sp>
      <p:pic>
        <p:nvPicPr>
          <p:cNvPr id="23" name="Image 5" descr="preencoded.png"/>
          <p:cNvPicPr>
            <a:picLocks noChangeAspect="1"/>
          </p:cNvPicPr>
          <p:nvPr/>
        </p:nvPicPr>
        <p:blipFill>
          <a:blip r:embed="rId4"/>
          <a:stretch>
            <a:fillRect/>
          </a:stretch>
        </p:blipFill>
        <p:spPr>
          <a:xfrm>
            <a:off x="914400" y="5230368"/>
            <a:ext cx="219456" cy="219456"/>
          </a:xfrm>
          <a:prstGeom prst="rect">
            <a:avLst/>
          </a:prstGeom>
        </p:spPr>
      </p:pic>
      <p:sp>
        <p:nvSpPr>
          <p:cNvPr id="24" name="Text 16"/>
          <p:cNvSpPr/>
          <p:nvPr/>
        </p:nvSpPr>
        <p:spPr>
          <a:xfrm>
            <a:off x="1371600" y="4965192"/>
            <a:ext cx="9966960" cy="749808"/>
          </a:xfrm>
          <a:prstGeom prst="rect">
            <a:avLst/>
          </a:prstGeom>
          <a:noFill/>
          <a:ln/>
        </p:spPr>
        <p:txBody>
          <a:bodyPr wrap="square" lIns="0" tIns="0" rIns="0" bIns="0" rtlCol="0" anchor="ctr"/>
          <a:lstStyle/>
          <a:p>
            <a:pPr marL="0" indent="0" algn="l">
              <a:buNone/>
            </a:pPr>
            <a:r>
              <a:rPr lang="en-US" b="1" dirty="0">
                <a:solidFill>
                  <a:srgbClr val="1F4E79"/>
                </a:solidFill>
                <a:latin typeface="Calibri" pitchFamily="34" charset="0"/>
                <a:ea typeface="Calibri" pitchFamily="34" charset="-122"/>
                <a:cs typeface="Calibri" pitchFamily="34" charset="-120"/>
              </a:rPr>
              <a:t>Why banks prefer a DBMS?   </a:t>
            </a:r>
            <a:r>
              <a:rPr lang="en-US" dirty="0">
                <a:solidFill>
                  <a:srgbClr val="1E293B"/>
                </a:solidFill>
                <a:latin typeface="Calibri" pitchFamily="34" charset="0"/>
                <a:ea typeface="Calibri" pitchFamily="34" charset="-122"/>
                <a:cs typeface="Calibri" pitchFamily="34" charset="-120"/>
              </a:rPr>
              <a:t>ACID transactions + recovery protect money and truth.</a:t>
            </a:r>
            <a:endParaRPr lang="en-US" dirty="0"/>
          </a:p>
        </p:txBody>
      </p:sp>
      <p:sp>
        <p:nvSpPr>
          <p:cNvPr id="25" name="Shape 17"/>
          <p:cNvSpPr/>
          <p:nvPr/>
        </p:nvSpPr>
        <p:spPr>
          <a:xfrm>
            <a:off x="640080" y="5870448"/>
            <a:ext cx="10881360" cy="548640"/>
          </a:xfrm>
          <a:prstGeom prst="roundRect">
            <a:avLst>
              <a:gd name="adj" fmla="val 16667"/>
            </a:avLst>
          </a:prstGeom>
          <a:solidFill>
            <a:srgbClr val="1F4E79"/>
          </a:solidFill>
          <a:ln/>
        </p:spPr>
      </p:sp>
      <p:sp>
        <p:nvSpPr>
          <p:cNvPr id="26" name="Text 18"/>
          <p:cNvSpPr/>
          <p:nvPr/>
        </p:nvSpPr>
        <p:spPr>
          <a:xfrm>
            <a:off x="640080" y="5870448"/>
            <a:ext cx="10881360" cy="54864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Remember: as scale and shared use grow, a DBMS stops being optional.</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home/claude/krmu_logo.png"/>
          <p:cNvPicPr>
            <a:picLocks noChangeAspect="1"/>
          </p:cNvPicPr>
          <p:nvPr/>
        </p:nvPicPr>
        <p:blipFill>
          <a:blip r:embed="rId3"/>
          <a:stretch>
            <a:fillRect/>
          </a:stretch>
        </p:blipFill>
        <p:spPr>
          <a:xfrm>
            <a:off x="9601200" y="274320"/>
            <a:ext cx="2148840" cy="307238"/>
          </a:xfrm>
          <a:prstGeom prst="rect">
            <a:avLst/>
          </a:prstGeom>
        </p:spPr>
      </p:pic>
      <p:sp>
        <p:nvSpPr>
          <p:cNvPr id="3" name="Text 0"/>
          <p:cNvSpPr/>
          <p:nvPr/>
        </p:nvSpPr>
        <p:spPr>
          <a:xfrm>
            <a:off x="457200" y="384048"/>
            <a:ext cx="8778240" cy="658368"/>
          </a:xfrm>
          <a:prstGeom prst="rect">
            <a:avLst/>
          </a:prstGeom>
          <a:noFill/>
          <a:ln/>
        </p:spPr>
        <p:txBody>
          <a:bodyPr wrap="square" rtlCol="0" anchor="ctr"/>
          <a:lstStyle/>
          <a:p>
            <a:pPr marL="0" indent="0" algn="l">
              <a:buNone/>
            </a:pPr>
            <a:r>
              <a:rPr lang="en-US" sz="3200" b="1" dirty="0">
                <a:solidFill>
                  <a:srgbClr val="1F4E79"/>
                </a:solidFill>
                <a:latin typeface="Calibri" pitchFamily="34" charset="0"/>
                <a:ea typeface="Calibri" pitchFamily="34" charset="-122"/>
                <a:cs typeface="Calibri" pitchFamily="34" charset="-120"/>
              </a:rPr>
              <a:t>Exit Ticket &amp; What's Next</a:t>
            </a:r>
            <a:endParaRPr lang="en-US" sz="3200" dirty="0"/>
          </a:p>
        </p:txBody>
      </p:sp>
      <p:sp>
        <p:nvSpPr>
          <p:cNvPr id="4" name="Text 1"/>
          <p:cNvSpPr/>
          <p:nvPr/>
        </p:nvSpPr>
        <p:spPr>
          <a:xfrm>
            <a:off x="11338560" y="6455664"/>
            <a:ext cx="45720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21</a:t>
            </a:r>
            <a:endParaRPr lang="en-US" sz="1100" dirty="0"/>
          </a:p>
        </p:txBody>
      </p:sp>
      <p:sp>
        <p:nvSpPr>
          <p:cNvPr id="5" name="Shape 2"/>
          <p:cNvSpPr/>
          <p:nvPr/>
        </p:nvSpPr>
        <p:spPr>
          <a:xfrm>
            <a:off x="640080" y="1554480"/>
            <a:ext cx="10927823" cy="2102004"/>
          </a:xfrm>
          <a:prstGeom prst="roundRect">
            <a:avLst>
              <a:gd name="adj" fmla="val 6857"/>
            </a:avLst>
          </a:prstGeom>
          <a:solidFill>
            <a:srgbClr val="1F4E79"/>
          </a:solidFill>
          <a:ln/>
          <a:effectLst>
            <a:outerShdw blurRad="114300" dist="38100" dir="5400000" algn="bl" rotWithShape="0">
              <a:srgbClr val="5A6B7E">
                <a:alpha val="35000"/>
              </a:srgbClr>
            </a:outerShdw>
          </a:effectLst>
        </p:spPr>
      </p:sp>
      <p:sp>
        <p:nvSpPr>
          <p:cNvPr id="6" name="Shape 3"/>
          <p:cNvSpPr/>
          <p:nvPr/>
        </p:nvSpPr>
        <p:spPr>
          <a:xfrm>
            <a:off x="943428" y="1783080"/>
            <a:ext cx="3648964" cy="384048"/>
          </a:xfrm>
          <a:prstGeom prst="roundRect">
            <a:avLst>
              <a:gd name="adj" fmla="val 50000"/>
            </a:avLst>
          </a:prstGeom>
          <a:solidFill>
            <a:srgbClr val="F0A32E"/>
          </a:solidFill>
          <a:ln/>
        </p:spPr>
      </p:sp>
      <p:pic>
        <p:nvPicPr>
          <p:cNvPr id="7" name="Image 1" descr="preencoded.png"/>
          <p:cNvPicPr>
            <a:picLocks noChangeAspect="1"/>
          </p:cNvPicPr>
          <p:nvPr/>
        </p:nvPicPr>
        <p:blipFill>
          <a:blip r:embed="rId4"/>
          <a:stretch>
            <a:fillRect/>
          </a:stretch>
        </p:blipFill>
        <p:spPr>
          <a:xfrm>
            <a:off x="1060704" y="1883664"/>
            <a:ext cx="182880" cy="182880"/>
          </a:xfrm>
          <a:prstGeom prst="rect">
            <a:avLst/>
          </a:prstGeom>
        </p:spPr>
      </p:pic>
      <p:sp>
        <p:nvSpPr>
          <p:cNvPr id="8" name="Text 4"/>
          <p:cNvSpPr/>
          <p:nvPr/>
        </p:nvSpPr>
        <p:spPr>
          <a:xfrm>
            <a:off x="1251133" y="1783080"/>
            <a:ext cx="2860112" cy="384048"/>
          </a:xfrm>
          <a:prstGeom prst="rect">
            <a:avLst/>
          </a:prstGeom>
          <a:noFill/>
          <a:ln/>
        </p:spPr>
        <p:txBody>
          <a:bodyPr wrap="square" lIns="0" tIns="0" rIns="0" bIns="0" rtlCol="0" anchor="ctr"/>
          <a:lstStyle/>
          <a:p>
            <a:pPr marL="0" indent="0" algn="l">
              <a:buNone/>
            </a:pPr>
            <a:r>
              <a:rPr lang="en-US" sz="1600" b="1" kern="0" spc="100" dirty="0">
                <a:solidFill>
                  <a:srgbClr val="FFFFFF"/>
                </a:solidFill>
                <a:latin typeface="Calibri"/>
                <a:ea typeface="Calibri"/>
                <a:cs typeface="Calibri"/>
              </a:rPr>
              <a:t>1-MINUTE RESPONSE</a:t>
            </a:r>
            <a:endParaRPr lang="en-US" sz="1600">
              <a:latin typeface="Calibri"/>
              <a:ea typeface="Calibri"/>
              <a:cs typeface="Calibri"/>
            </a:endParaRPr>
          </a:p>
        </p:txBody>
      </p:sp>
      <p:sp>
        <p:nvSpPr>
          <p:cNvPr id="9" name="Text 5"/>
          <p:cNvSpPr/>
          <p:nvPr/>
        </p:nvSpPr>
        <p:spPr>
          <a:xfrm>
            <a:off x="914400" y="2286000"/>
            <a:ext cx="10332720" cy="457200"/>
          </a:xfrm>
          <a:prstGeom prst="rect">
            <a:avLst/>
          </a:prstGeom>
          <a:noFill/>
          <a:ln/>
        </p:spPr>
        <p:txBody>
          <a:bodyPr wrap="square" rtlCol="0" anchor="ctr"/>
          <a:lstStyle/>
          <a:p>
            <a:pPr marL="0" indent="0" algn="l">
              <a:buNone/>
            </a:pPr>
            <a:r>
              <a:rPr lang="en-US" b="1" dirty="0">
                <a:solidFill>
                  <a:srgbClr val="FFFFFF"/>
                </a:solidFill>
                <a:latin typeface="Calibri" pitchFamily="34" charset="0"/>
                <a:ea typeface="Calibri" pitchFamily="34" charset="-122"/>
                <a:cs typeface="Calibri" pitchFamily="34" charset="-120"/>
              </a:rPr>
              <a:t>Which real system around you clearly needs a DBMS — and why?</a:t>
            </a:r>
            <a:endParaRPr lang="en-US" dirty="0"/>
          </a:p>
        </p:txBody>
      </p:sp>
      <p:sp>
        <p:nvSpPr>
          <p:cNvPr id="10" name="Text 6"/>
          <p:cNvSpPr/>
          <p:nvPr/>
        </p:nvSpPr>
        <p:spPr>
          <a:xfrm>
            <a:off x="914400" y="2761488"/>
            <a:ext cx="10332720" cy="320040"/>
          </a:xfrm>
          <a:prstGeom prst="rect">
            <a:avLst/>
          </a:prstGeom>
          <a:noFill/>
          <a:ln/>
        </p:spPr>
        <p:txBody>
          <a:bodyPr wrap="square" rtlCol="0" anchor="ctr"/>
          <a:lstStyle/>
          <a:p>
            <a:pPr marL="0" indent="0" algn="l">
              <a:buNone/>
            </a:pPr>
            <a:r>
              <a:rPr lang="en-US" i="1" dirty="0">
                <a:solidFill>
                  <a:srgbClr val="CADCFC"/>
                </a:solidFill>
                <a:latin typeface="Calibri" pitchFamily="34" charset="0"/>
                <a:ea typeface="Calibri" pitchFamily="34" charset="-122"/>
                <a:cs typeface="Calibri" pitchFamily="34" charset="-120"/>
              </a:rPr>
              <a:t>Think: university ERP · banking app · railway reservation · online shopping · hospital · payroll</a:t>
            </a:r>
            <a:endParaRPr lang="en-US" dirty="0"/>
          </a:p>
        </p:txBody>
      </p:sp>
      <p:sp>
        <p:nvSpPr>
          <p:cNvPr id="32" name="Text 24"/>
          <p:cNvSpPr/>
          <p:nvPr/>
        </p:nvSpPr>
        <p:spPr>
          <a:xfrm>
            <a:off x="640080" y="5742432"/>
            <a:ext cx="7772400" cy="365760"/>
          </a:xfrm>
          <a:prstGeom prst="rect">
            <a:avLst/>
          </a:prstGeom>
          <a:noFill/>
          <a:ln/>
        </p:spPr>
        <p:txBody>
          <a:bodyPr wrap="square" rtlCol="0" anchor="ctr"/>
          <a:lstStyle/>
          <a:p>
            <a:pPr marL="0" indent="0" algn="l">
              <a:buNone/>
            </a:pPr>
            <a:endParaRPr lang="en-US" sz="1200" dirty="0"/>
          </a:p>
        </p:txBody>
      </p:sp>
      <p:sp>
        <p:nvSpPr>
          <p:cNvPr id="33" name="Shape 25"/>
          <p:cNvSpPr/>
          <p:nvPr/>
        </p:nvSpPr>
        <p:spPr>
          <a:xfrm>
            <a:off x="4119154" y="4106817"/>
            <a:ext cx="2743200" cy="566928"/>
          </a:xfrm>
          <a:prstGeom prst="roundRect">
            <a:avLst>
              <a:gd name="adj" fmla="val 50000"/>
            </a:avLst>
          </a:prstGeom>
          <a:solidFill>
            <a:srgbClr val="F0A32E"/>
          </a:solidFill>
          <a:ln/>
        </p:spPr>
      </p:sp>
      <p:sp>
        <p:nvSpPr>
          <p:cNvPr id="34" name="Text 26"/>
          <p:cNvSpPr/>
          <p:nvPr/>
        </p:nvSpPr>
        <p:spPr>
          <a:xfrm>
            <a:off x="4119154" y="4106817"/>
            <a:ext cx="2743200" cy="566928"/>
          </a:xfrm>
          <a:prstGeom prst="rect">
            <a:avLst/>
          </a:prstGeom>
          <a:noFill/>
          <a:ln/>
        </p:spPr>
        <p:txBody>
          <a:bodyPr wrap="square" rtlCol="0" anchor="ctr"/>
          <a:lstStyle/>
          <a:p>
            <a:pPr marL="0" indent="0" algn="ctr">
              <a:buNone/>
            </a:pPr>
            <a:r>
              <a:rPr lang="en-US" sz="1800" b="1" dirty="0">
                <a:solidFill>
                  <a:srgbClr val="12385A"/>
                </a:solidFill>
                <a:latin typeface="Calibri" pitchFamily="34" charset="0"/>
                <a:ea typeface="Calibri" pitchFamily="34" charset="-122"/>
                <a:cs typeface="Calibri" pitchFamily="34" charset="-120"/>
              </a:rPr>
              <a:t>Thank you!</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71A10-ABE3-68E7-F377-58AC42811D6D}"/>
            </a:ext>
          </a:extLst>
        </p:cNvPr>
        <p:cNvGrpSpPr/>
        <p:nvPr/>
      </p:nvGrpSpPr>
      <p:grpSpPr>
        <a:xfrm>
          <a:off x="0" y="0"/>
          <a:ext cx="0" cy="0"/>
          <a:chOff x="0" y="0"/>
          <a:chExt cx="0" cy="0"/>
        </a:xfrm>
      </p:grpSpPr>
      <p:sp>
        <p:nvSpPr>
          <p:cNvPr id="2" name="Card">
            <a:extLst>
              <a:ext uri="{FF2B5EF4-FFF2-40B4-BE49-F238E27FC236}">
                <a16:creationId xmlns:a16="http://schemas.microsoft.com/office/drawing/2014/main" id="{6F12C97B-6954-17AD-2B1F-0F6AEE792550}"/>
              </a:ext>
            </a:extLst>
          </p:cNvPr>
          <p:cNvSpPr/>
          <p:nvPr/>
        </p:nvSpPr>
        <p:spPr>
          <a:xfrm>
            <a:off x="841248" y="1343467"/>
            <a:ext cx="3261360" cy="1943098"/>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Card Bar">
            <a:extLst>
              <a:ext uri="{FF2B5EF4-FFF2-40B4-BE49-F238E27FC236}">
                <a16:creationId xmlns:a16="http://schemas.microsoft.com/office/drawing/2014/main" id="{51C04C88-813E-4D54-150A-E2462B416FEF}"/>
              </a:ext>
            </a:extLst>
          </p:cNvPr>
          <p:cNvSpPr/>
          <p:nvPr/>
        </p:nvSpPr>
        <p:spPr>
          <a:xfrm>
            <a:off x="841248" y="1343467"/>
            <a:ext cx="3261360" cy="118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
            <a:extLst>
              <a:ext uri="{FF2B5EF4-FFF2-40B4-BE49-F238E27FC236}">
                <a16:creationId xmlns:a16="http://schemas.microsoft.com/office/drawing/2014/main" id="{4F81F734-E8CF-909E-3FEF-9CF5B549FC4F}"/>
              </a:ext>
            </a:extLst>
          </p:cNvPr>
          <p:cNvSpPr txBox="1"/>
          <p:nvPr/>
        </p:nvSpPr>
        <p:spPr>
          <a:xfrm>
            <a:off x="1069848" y="1599499"/>
            <a:ext cx="2804160" cy="54864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NPTEL</a:t>
            </a:r>
          </a:p>
        </p:txBody>
      </p:sp>
      <p:sp>
        <p:nvSpPr>
          <p:cNvPr id="5" name="TextBox 5">
            <a:extLst>
              <a:ext uri="{FF2B5EF4-FFF2-40B4-BE49-F238E27FC236}">
                <a16:creationId xmlns:a16="http://schemas.microsoft.com/office/drawing/2014/main" id="{5A989EB1-0206-35F7-2B57-302355E98881}"/>
              </a:ext>
            </a:extLst>
          </p:cNvPr>
          <p:cNvSpPr txBox="1"/>
          <p:nvPr/>
        </p:nvSpPr>
        <p:spPr>
          <a:xfrm>
            <a:off x="1069848" y="2212147"/>
            <a:ext cx="2804160" cy="914400"/>
          </a:xfrm>
          <a:prstGeom prst="rect">
            <a:avLst/>
          </a:prstGeom>
          <a:noFill/>
        </p:spPr>
        <p:txBody>
          <a:bodyPr wrap="square" lIns="0" tIns="18288" rIns="0" bIns="18288" anchor="ctr"/>
          <a:lstStyle/>
          <a:p>
            <a:pPr algn="ctr">
              <a:spcAft>
                <a:spcPts val="400"/>
              </a:spcAft>
            </a:pPr>
            <a:r>
              <a:rPr sz="1600" b="0" i="0" dirty="0">
                <a:solidFill>
                  <a:srgbClr val="5A6472"/>
                </a:solidFill>
                <a:latin typeface="Times New Roman"/>
              </a:rPr>
              <a:t>Database Management Systems — full video course with assignments</a:t>
            </a:r>
            <a:endParaRPr lang="en-IN" sz="1600" b="0" i="0" dirty="0">
              <a:solidFill>
                <a:srgbClr val="5A6472"/>
              </a:solidFill>
              <a:latin typeface="Times New Roman"/>
            </a:endParaRPr>
          </a:p>
          <a:p>
            <a:pPr algn="ctr">
              <a:spcAft>
                <a:spcPts val="400"/>
              </a:spcAft>
            </a:pPr>
            <a:r>
              <a:rPr lang="en-IN" sz="1200" dirty="0"/>
              <a:t>https://nptel.ac.in/courses/106105175</a:t>
            </a:r>
            <a:endParaRPr sz="1200" b="0" i="0" dirty="0">
              <a:solidFill>
                <a:srgbClr val="5A6472"/>
              </a:solidFill>
              <a:latin typeface="Times New Roman"/>
            </a:endParaRPr>
          </a:p>
        </p:txBody>
      </p:sp>
      <p:sp>
        <p:nvSpPr>
          <p:cNvPr id="6" name="Card">
            <a:extLst>
              <a:ext uri="{FF2B5EF4-FFF2-40B4-BE49-F238E27FC236}">
                <a16:creationId xmlns:a16="http://schemas.microsoft.com/office/drawing/2014/main" id="{AC919329-26B2-0775-A618-24A3292ECAC2}"/>
              </a:ext>
            </a:extLst>
          </p:cNvPr>
          <p:cNvSpPr/>
          <p:nvPr/>
        </p:nvSpPr>
        <p:spPr>
          <a:xfrm>
            <a:off x="4468368" y="1343467"/>
            <a:ext cx="3261360" cy="192024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Card Bar">
            <a:extLst>
              <a:ext uri="{FF2B5EF4-FFF2-40B4-BE49-F238E27FC236}">
                <a16:creationId xmlns:a16="http://schemas.microsoft.com/office/drawing/2014/main" id="{3D17D449-3110-6FAB-5830-F14B18FFC64E}"/>
              </a:ext>
            </a:extLst>
          </p:cNvPr>
          <p:cNvSpPr/>
          <p:nvPr/>
        </p:nvSpPr>
        <p:spPr>
          <a:xfrm>
            <a:off x="4468368" y="1343467"/>
            <a:ext cx="3261360" cy="118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8">
            <a:extLst>
              <a:ext uri="{FF2B5EF4-FFF2-40B4-BE49-F238E27FC236}">
                <a16:creationId xmlns:a16="http://schemas.microsoft.com/office/drawing/2014/main" id="{D4721E83-4287-4AFD-3DCB-86B0F90F6268}"/>
              </a:ext>
            </a:extLst>
          </p:cNvPr>
          <p:cNvSpPr txBox="1"/>
          <p:nvPr/>
        </p:nvSpPr>
        <p:spPr>
          <a:xfrm>
            <a:off x="4696968" y="1599499"/>
            <a:ext cx="2804160" cy="54864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MongoDB University</a:t>
            </a:r>
          </a:p>
        </p:txBody>
      </p:sp>
      <p:sp>
        <p:nvSpPr>
          <p:cNvPr id="9" name="TextBox 9">
            <a:extLst>
              <a:ext uri="{FF2B5EF4-FFF2-40B4-BE49-F238E27FC236}">
                <a16:creationId xmlns:a16="http://schemas.microsoft.com/office/drawing/2014/main" id="{2991926F-67E4-E141-7A90-416B293E438D}"/>
              </a:ext>
            </a:extLst>
          </p:cNvPr>
          <p:cNvSpPr txBox="1"/>
          <p:nvPr/>
        </p:nvSpPr>
        <p:spPr>
          <a:xfrm>
            <a:off x="4696968" y="2212147"/>
            <a:ext cx="2804160" cy="914400"/>
          </a:xfrm>
          <a:prstGeom prst="rect">
            <a:avLst/>
          </a:prstGeom>
          <a:noFill/>
        </p:spPr>
        <p:txBody>
          <a:bodyPr wrap="square" lIns="0" tIns="18288" rIns="0" bIns="18288" anchor="ctr"/>
          <a:lstStyle/>
          <a:p>
            <a:pPr algn="ctr">
              <a:spcAft>
                <a:spcPts val="400"/>
              </a:spcAft>
            </a:pPr>
            <a:r>
              <a:rPr sz="1600" b="0" i="0" dirty="0">
                <a:solidFill>
                  <a:srgbClr val="5A6472"/>
                </a:solidFill>
                <a:latin typeface="Times New Roman"/>
              </a:rPr>
              <a:t>Free NoSQL and distributed-systems learning paths</a:t>
            </a:r>
            <a:endParaRPr lang="en-IN" sz="1600" b="0" i="0" dirty="0">
              <a:solidFill>
                <a:srgbClr val="5A6472"/>
              </a:solidFill>
              <a:latin typeface="Times New Roman"/>
            </a:endParaRPr>
          </a:p>
          <a:p>
            <a:pPr algn="ctr">
              <a:spcAft>
                <a:spcPts val="400"/>
              </a:spcAft>
            </a:pPr>
            <a:r>
              <a:rPr lang="en-IN" sz="1200" dirty="0"/>
              <a:t>Universityhttps://learn.mongodb.com/</a:t>
            </a:r>
            <a:endParaRPr sz="1200" b="0" i="0" dirty="0">
              <a:solidFill>
                <a:srgbClr val="5A6472"/>
              </a:solidFill>
              <a:latin typeface="Times New Roman"/>
            </a:endParaRPr>
          </a:p>
        </p:txBody>
      </p:sp>
      <p:sp>
        <p:nvSpPr>
          <p:cNvPr id="10" name="Card">
            <a:extLst>
              <a:ext uri="{FF2B5EF4-FFF2-40B4-BE49-F238E27FC236}">
                <a16:creationId xmlns:a16="http://schemas.microsoft.com/office/drawing/2014/main" id="{969CC213-8908-78A7-070F-FDD9E4772623}"/>
              </a:ext>
            </a:extLst>
          </p:cNvPr>
          <p:cNvSpPr/>
          <p:nvPr/>
        </p:nvSpPr>
        <p:spPr>
          <a:xfrm>
            <a:off x="8095488" y="1343467"/>
            <a:ext cx="3261360" cy="192024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ard Bar">
            <a:extLst>
              <a:ext uri="{FF2B5EF4-FFF2-40B4-BE49-F238E27FC236}">
                <a16:creationId xmlns:a16="http://schemas.microsoft.com/office/drawing/2014/main" id="{189E544D-7855-C6CB-B5BA-CE8DCE224E12}"/>
              </a:ext>
            </a:extLst>
          </p:cNvPr>
          <p:cNvSpPr/>
          <p:nvPr/>
        </p:nvSpPr>
        <p:spPr>
          <a:xfrm>
            <a:off x="8095488" y="1343467"/>
            <a:ext cx="3261360" cy="118872"/>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2">
            <a:extLst>
              <a:ext uri="{FF2B5EF4-FFF2-40B4-BE49-F238E27FC236}">
                <a16:creationId xmlns:a16="http://schemas.microsoft.com/office/drawing/2014/main" id="{11C271D0-5395-8E01-FB67-77CA1BF7F689}"/>
              </a:ext>
            </a:extLst>
          </p:cNvPr>
          <p:cNvSpPr txBox="1"/>
          <p:nvPr/>
        </p:nvSpPr>
        <p:spPr>
          <a:xfrm>
            <a:off x="8324088" y="1599499"/>
            <a:ext cx="2804160" cy="54864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AWS &amp; Google Cloud</a:t>
            </a:r>
          </a:p>
        </p:txBody>
      </p:sp>
      <p:sp>
        <p:nvSpPr>
          <p:cNvPr id="13" name="TextBox 13">
            <a:extLst>
              <a:ext uri="{FF2B5EF4-FFF2-40B4-BE49-F238E27FC236}">
                <a16:creationId xmlns:a16="http://schemas.microsoft.com/office/drawing/2014/main" id="{C02CFB20-A113-0A90-456F-3B99FDB956BB}"/>
              </a:ext>
            </a:extLst>
          </p:cNvPr>
          <p:cNvSpPr txBox="1"/>
          <p:nvPr/>
        </p:nvSpPr>
        <p:spPr>
          <a:xfrm>
            <a:off x="8324088" y="2212147"/>
            <a:ext cx="2804160" cy="914400"/>
          </a:xfrm>
          <a:prstGeom prst="rect">
            <a:avLst/>
          </a:prstGeom>
          <a:noFill/>
        </p:spPr>
        <p:txBody>
          <a:bodyPr wrap="square" lIns="0" tIns="18288" rIns="0" bIns="18288" anchor="ctr"/>
          <a:lstStyle/>
          <a:p>
            <a:pPr algn="ctr">
              <a:spcAft>
                <a:spcPts val="400"/>
              </a:spcAft>
            </a:pPr>
            <a:r>
              <a:rPr sz="1600" b="0" i="0" dirty="0">
                <a:solidFill>
                  <a:srgbClr val="5A6472"/>
                </a:solidFill>
                <a:latin typeface="Times New Roman"/>
              </a:rPr>
              <a:t>Aurora, DynamoDB and Spanner architecture guides</a:t>
            </a:r>
            <a:endParaRPr lang="en-IN" sz="1600" b="0" i="0" dirty="0">
              <a:solidFill>
                <a:srgbClr val="5A6472"/>
              </a:solidFill>
              <a:latin typeface="Times New Roman"/>
            </a:endParaRPr>
          </a:p>
          <a:p>
            <a:pPr algn="ctr">
              <a:spcAft>
                <a:spcPts val="400"/>
              </a:spcAft>
            </a:pPr>
            <a:r>
              <a:rPr lang="en-IN" sz="1200" dirty="0"/>
              <a:t>https://aws.amazon.com/products/databases/</a:t>
            </a:r>
            <a:endParaRPr sz="1200" b="0" i="0" dirty="0">
              <a:solidFill>
                <a:srgbClr val="5A6472"/>
              </a:solidFill>
              <a:latin typeface="Times New Roman"/>
            </a:endParaRPr>
          </a:p>
        </p:txBody>
      </p:sp>
      <p:sp>
        <p:nvSpPr>
          <p:cNvPr id="14" name="Panel">
            <a:extLst>
              <a:ext uri="{FF2B5EF4-FFF2-40B4-BE49-F238E27FC236}">
                <a16:creationId xmlns:a16="http://schemas.microsoft.com/office/drawing/2014/main" id="{1CC86020-D710-89BB-979F-99BEBA520380}"/>
              </a:ext>
            </a:extLst>
          </p:cNvPr>
          <p:cNvSpPr/>
          <p:nvPr/>
        </p:nvSpPr>
        <p:spPr>
          <a:xfrm>
            <a:off x="841248" y="3469445"/>
            <a:ext cx="10515600" cy="268517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5">
            <a:extLst>
              <a:ext uri="{FF2B5EF4-FFF2-40B4-BE49-F238E27FC236}">
                <a16:creationId xmlns:a16="http://schemas.microsoft.com/office/drawing/2014/main" id="{0B563AAA-772A-2D33-DA45-0BEBFBEFA2B7}"/>
              </a:ext>
            </a:extLst>
          </p:cNvPr>
          <p:cNvSpPr txBox="1"/>
          <p:nvPr/>
        </p:nvSpPr>
        <p:spPr>
          <a:xfrm>
            <a:off x="1298448" y="3652325"/>
            <a:ext cx="9601200" cy="1188720"/>
          </a:xfrm>
          <a:prstGeom prst="rect">
            <a:avLst/>
          </a:prstGeom>
          <a:noFill/>
        </p:spPr>
        <p:txBody>
          <a:bodyPr wrap="square" lIns="0" tIns="18288" rIns="0" bIns="18288" anchor="t"/>
          <a:lstStyle/>
          <a:p>
            <a:pPr algn="l">
              <a:spcAft>
                <a:spcPts val="400"/>
              </a:spcAft>
            </a:pPr>
            <a:endParaRPr sz="1700" b="0" i="0" dirty="0">
              <a:solidFill>
                <a:srgbClr val="2B2B2B"/>
              </a:solidFill>
              <a:latin typeface="Times New Roman"/>
            </a:endParaRPr>
          </a:p>
        </p:txBody>
      </p:sp>
      <p:graphicFrame>
        <p:nvGraphicFramePr>
          <p:cNvPr id="17" name="Table 16">
            <a:extLst>
              <a:ext uri="{FF2B5EF4-FFF2-40B4-BE49-F238E27FC236}">
                <a16:creationId xmlns:a16="http://schemas.microsoft.com/office/drawing/2014/main" id="{92411BE3-684A-4D7C-05FA-0434DE84C55E}"/>
              </a:ext>
            </a:extLst>
          </p:cNvPr>
          <p:cNvGraphicFramePr>
            <a:graphicFrameLocks noGrp="1"/>
          </p:cNvGraphicFramePr>
          <p:nvPr/>
        </p:nvGraphicFramePr>
        <p:xfrm>
          <a:off x="838200" y="3836258"/>
          <a:ext cx="10515600" cy="2194560"/>
        </p:xfrm>
        <a:graphic>
          <a:graphicData uri="http://schemas.openxmlformats.org/drawingml/2006/table">
            <a:tbl>
              <a:tblPr/>
              <a:tblGrid>
                <a:gridCol w="2628900">
                  <a:extLst>
                    <a:ext uri="{9D8B030D-6E8A-4147-A177-3AD203B41FA5}">
                      <a16:colId xmlns:a16="http://schemas.microsoft.com/office/drawing/2014/main" val="3271811341"/>
                    </a:ext>
                  </a:extLst>
                </a:gridCol>
                <a:gridCol w="2628900">
                  <a:extLst>
                    <a:ext uri="{9D8B030D-6E8A-4147-A177-3AD203B41FA5}">
                      <a16:colId xmlns:a16="http://schemas.microsoft.com/office/drawing/2014/main" val="3712164114"/>
                    </a:ext>
                  </a:extLst>
                </a:gridCol>
                <a:gridCol w="2628900">
                  <a:extLst>
                    <a:ext uri="{9D8B030D-6E8A-4147-A177-3AD203B41FA5}">
                      <a16:colId xmlns:a16="http://schemas.microsoft.com/office/drawing/2014/main" val="1659829961"/>
                    </a:ext>
                  </a:extLst>
                </a:gridCol>
                <a:gridCol w="2628900">
                  <a:extLst>
                    <a:ext uri="{9D8B030D-6E8A-4147-A177-3AD203B41FA5}">
                      <a16:colId xmlns:a16="http://schemas.microsoft.com/office/drawing/2014/main" val="31093116"/>
                    </a:ext>
                  </a:extLst>
                </a:gridCol>
              </a:tblGrid>
              <a:tr h="0">
                <a:tc>
                  <a:txBody>
                    <a:bodyPr/>
                    <a:lstStyle/>
                    <a:p>
                      <a:pPr>
                        <a:buNone/>
                      </a:pPr>
                      <a:r>
                        <a:rPr lang="en-IN" sz="1400"/>
                        <a:t>Book</a:t>
                      </a:r>
                    </a:p>
                  </a:txBody>
                  <a:tcPr anchor="ctr">
                    <a:lnL>
                      <a:noFill/>
                    </a:lnL>
                    <a:lnR>
                      <a:noFill/>
                    </a:lnR>
                    <a:lnT>
                      <a:noFill/>
                    </a:lnT>
                    <a:lnB>
                      <a:noFill/>
                    </a:lnB>
                    <a:noFill/>
                  </a:tcPr>
                </a:tc>
                <a:tc>
                  <a:txBody>
                    <a:bodyPr/>
                    <a:lstStyle/>
                    <a:p>
                      <a:pPr>
                        <a:buNone/>
                      </a:pPr>
                      <a:r>
                        <a:rPr lang="en-IN" sz="1400"/>
                        <a:t>Latest edition</a:t>
                      </a:r>
                    </a:p>
                  </a:txBody>
                  <a:tcPr anchor="ctr">
                    <a:lnL>
                      <a:noFill/>
                    </a:lnL>
                    <a:lnR>
                      <a:noFill/>
                    </a:lnR>
                    <a:lnT>
                      <a:noFill/>
                    </a:lnT>
                    <a:lnB>
                      <a:noFill/>
                    </a:lnB>
                    <a:noFill/>
                  </a:tcPr>
                </a:tc>
                <a:tc>
                  <a:txBody>
                    <a:bodyPr/>
                    <a:lstStyle/>
                    <a:p>
                      <a:pPr>
                        <a:buNone/>
                      </a:pPr>
                      <a:r>
                        <a:rPr lang="en-IN" sz="1400"/>
                        <a:t>Publisher / year</a:t>
                      </a:r>
                    </a:p>
                  </a:txBody>
                  <a:tcPr anchor="ctr">
                    <a:lnL>
                      <a:noFill/>
                    </a:lnL>
                    <a:lnR>
                      <a:noFill/>
                    </a:lnR>
                    <a:lnT>
                      <a:noFill/>
                    </a:lnT>
                    <a:lnB>
                      <a:noFill/>
                    </a:lnB>
                    <a:noFill/>
                  </a:tcPr>
                </a:tc>
                <a:tc>
                  <a:txBody>
                    <a:bodyPr/>
                    <a:lstStyle/>
                    <a:p>
                      <a:pPr>
                        <a:buNone/>
                      </a:pPr>
                      <a:r>
                        <a:rPr lang="en-IN" sz="1400"/>
                        <a:t>Link</a:t>
                      </a:r>
                    </a:p>
                  </a:txBody>
                  <a:tcPr anchor="ctr">
                    <a:lnL>
                      <a:noFill/>
                    </a:lnL>
                    <a:lnR>
                      <a:noFill/>
                    </a:lnR>
                    <a:lnT>
                      <a:noFill/>
                    </a:lnT>
                    <a:lnB>
                      <a:noFill/>
                    </a:lnB>
                    <a:noFill/>
                  </a:tcPr>
                </a:tc>
                <a:extLst>
                  <a:ext uri="{0D108BD9-81ED-4DB2-BD59-A6C34878D82A}">
                    <a16:rowId xmlns:a16="http://schemas.microsoft.com/office/drawing/2014/main" val="3528479218"/>
                  </a:ext>
                </a:extLst>
              </a:tr>
              <a:tr h="0">
                <a:tc>
                  <a:txBody>
                    <a:bodyPr/>
                    <a:lstStyle/>
                    <a:p>
                      <a:pPr>
                        <a:buNone/>
                      </a:pPr>
                      <a:r>
                        <a:rPr lang="en-IN" sz="1400" b="1"/>
                        <a:t>Database System Concepts</a:t>
                      </a:r>
                      <a:r>
                        <a:rPr lang="en-IN" sz="1400"/>
                        <a:t> — Silberschatz, Korth, Sudarshan</a:t>
                      </a:r>
                    </a:p>
                  </a:txBody>
                  <a:tcPr anchor="ctr">
                    <a:lnL>
                      <a:noFill/>
                    </a:lnL>
                    <a:lnR>
                      <a:noFill/>
                    </a:lnR>
                    <a:lnT>
                      <a:noFill/>
                    </a:lnT>
                    <a:lnB>
                      <a:noFill/>
                    </a:lnB>
                    <a:noFill/>
                  </a:tcPr>
                </a:tc>
                <a:tc>
                  <a:txBody>
                    <a:bodyPr/>
                    <a:lstStyle/>
                    <a:p>
                      <a:pPr>
                        <a:buNone/>
                      </a:pPr>
                      <a:r>
                        <a:rPr lang="en-IN" sz="1400" b="1"/>
                        <a:t>7th</a:t>
                      </a:r>
                      <a:r>
                        <a:rPr lang="en-IN" sz="1400"/>
                        <a:t> (deck currently says 6th)</a:t>
                      </a:r>
                    </a:p>
                  </a:txBody>
                  <a:tcPr anchor="ctr">
                    <a:lnL>
                      <a:noFill/>
                    </a:lnL>
                    <a:lnR>
                      <a:noFill/>
                    </a:lnR>
                    <a:lnT>
                      <a:noFill/>
                    </a:lnT>
                    <a:lnB>
                      <a:noFill/>
                    </a:lnB>
                    <a:noFill/>
                  </a:tcPr>
                </a:tc>
                <a:tc>
                  <a:txBody>
                    <a:bodyPr/>
                    <a:lstStyle/>
                    <a:p>
                      <a:pPr>
                        <a:buNone/>
                      </a:pPr>
                      <a:r>
                        <a:rPr lang="en-IN" sz="1400"/>
                        <a:t>McGraw-Hill, 2019 · ISBN 978-0078022159</a:t>
                      </a:r>
                    </a:p>
                  </a:txBody>
                  <a:tcPr anchor="ctr">
                    <a:lnL>
                      <a:noFill/>
                    </a:lnL>
                    <a:lnR>
                      <a:noFill/>
                    </a:lnR>
                    <a:lnT>
                      <a:noFill/>
                    </a:lnT>
                    <a:lnB>
                      <a:noFill/>
                    </a:lnB>
                    <a:noFill/>
                  </a:tcPr>
                </a:tc>
                <a:tc>
                  <a:txBody>
                    <a:bodyPr/>
                    <a:lstStyle/>
                    <a:p>
                      <a:pPr>
                        <a:buNone/>
                      </a:pPr>
                      <a:r>
                        <a:rPr lang="en-IN" sz="1400">
                          <a:latin typeface="Courier New" panose="02070309020205020404" pitchFamily="49" charset="0"/>
                        </a:rPr>
                        <a:t>https://www.db-book.com/</a:t>
                      </a:r>
                      <a:r>
                        <a:rPr lang="en-IN" sz="1400"/>
                        <a:t> — free slides, lab manual, sample DB</a:t>
                      </a:r>
                    </a:p>
                  </a:txBody>
                  <a:tcPr anchor="ctr">
                    <a:lnL>
                      <a:noFill/>
                    </a:lnL>
                    <a:lnR>
                      <a:noFill/>
                    </a:lnR>
                    <a:lnT>
                      <a:noFill/>
                    </a:lnT>
                    <a:lnB>
                      <a:noFill/>
                    </a:lnB>
                    <a:noFill/>
                  </a:tcPr>
                </a:tc>
                <a:extLst>
                  <a:ext uri="{0D108BD9-81ED-4DB2-BD59-A6C34878D82A}">
                    <a16:rowId xmlns:a16="http://schemas.microsoft.com/office/drawing/2014/main" val="1389146953"/>
                  </a:ext>
                </a:extLst>
              </a:tr>
              <a:tr h="0">
                <a:tc>
                  <a:txBody>
                    <a:bodyPr/>
                    <a:lstStyle/>
                    <a:p>
                      <a:pPr>
                        <a:buNone/>
                      </a:pPr>
                      <a:r>
                        <a:rPr lang="en-IN" sz="1400" b="1" dirty="0"/>
                        <a:t>Fundamentals of Database Systems</a:t>
                      </a:r>
                      <a:r>
                        <a:rPr lang="en-IN" sz="1400" dirty="0"/>
                        <a:t> — Elmasri &amp; Navathe</a:t>
                      </a:r>
                    </a:p>
                  </a:txBody>
                  <a:tcPr anchor="ctr">
                    <a:lnL>
                      <a:noFill/>
                    </a:lnL>
                    <a:lnR>
                      <a:noFill/>
                    </a:lnR>
                    <a:lnT>
                      <a:noFill/>
                    </a:lnT>
                    <a:lnB>
                      <a:noFill/>
                    </a:lnB>
                    <a:noFill/>
                  </a:tcPr>
                </a:tc>
                <a:tc>
                  <a:txBody>
                    <a:bodyPr/>
                    <a:lstStyle/>
                    <a:p>
                      <a:pPr>
                        <a:buNone/>
                      </a:pPr>
                      <a:r>
                        <a:rPr lang="en-IN" sz="1400" b="1" dirty="0"/>
                        <a:t>7th</a:t>
                      </a:r>
                      <a:r>
                        <a:rPr lang="en-IN" sz="1400" dirty="0"/>
                        <a:t> (deck currently says 3rd)</a:t>
                      </a:r>
                    </a:p>
                  </a:txBody>
                  <a:tcPr anchor="ctr">
                    <a:lnL>
                      <a:noFill/>
                    </a:lnL>
                    <a:lnR>
                      <a:noFill/>
                    </a:lnR>
                    <a:lnT>
                      <a:noFill/>
                    </a:lnT>
                    <a:lnB>
                      <a:noFill/>
                    </a:lnB>
                    <a:noFill/>
                  </a:tcPr>
                </a:tc>
                <a:tc>
                  <a:txBody>
                    <a:bodyPr/>
                    <a:lstStyle/>
                    <a:p>
                      <a:pPr>
                        <a:buNone/>
                      </a:pPr>
                      <a:r>
                        <a:rPr lang="en-IN" sz="1400"/>
                        <a:t>Pearson, 2016 · ISBN 978-0133970777</a:t>
                      </a:r>
                    </a:p>
                  </a:txBody>
                  <a:tcPr anchor="ctr">
                    <a:lnL>
                      <a:noFill/>
                    </a:lnL>
                    <a:lnR>
                      <a:noFill/>
                    </a:lnR>
                    <a:lnT>
                      <a:noFill/>
                    </a:lnT>
                    <a:lnB>
                      <a:noFill/>
                    </a:lnB>
                    <a:noFill/>
                  </a:tcPr>
                </a:tc>
                <a:tc>
                  <a:txBody>
                    <a:bodyPr/>
                    <a:lstStyle/>
                    <a:p>
                      <a:pPr>
                        <a:buNone/>
                      </a:pPr>
                      <a:r>
                        <a:rPr lang="en-IN" sz="1400" dirty="0">
                          <a:latin typeface="Courier New" panose="02070309020205020404" pitchFamily="49" charset="0"/>
                        </a:rPr>
                        <a:t>https://www.pearson.com/en-us/subject-catalog/p/fundamentals-of-database-systems/P200000003546</a:t>
                      </a:r>
                      <a:endParaRPr lang="en-IN" sz="1400" dirty="0"/>
                    </a:p>
                  </a:txBody>
                  <a:tcPr anchor="ctr">
                    <a:lnL>
                      <a:noFill/>
                    </a:lnL>
                    <a:lnR>
                      <a:noFill/>
                    </a:lnR>
                    <a:lnT>
                      <a:noFill/>
                    </a:lnT>
                    <a:lnB>
                      <a:noFill/>
                    </a:lnB>
                    <a:noFill/>
                  </a:tcPr>
                </a:tc>
                <a:extLst>
                  <a:ext uri="{0D108BD9-81ED-4DB2-BD59-A6C34878D82A}">
                    <a16:rowId xmlns:a16="http://schemas.microsoft.com/office/drawing/2014/main" val="1703147924"/>
                  </a:ext>
                </a:extLst>
              </a:tr>
            </a:tbl>
          </a:graphicData>
        </a:graphic>
      </p:graphicFrame>
      <p:sp>
        <p:nvSpPr>
          <p:cNvPr id="18" name="Title 1">
            <a:extLst>
              <a:ext uri="{FF2B5EF4-FFF2-40B4-BE49-F238E27FC236}">
                <a16:creationId xmlns:a16="http://schemas.microsoft.com/office/drawing/2014/main" id="{F52E1FA3-52F3-CD86-9B26-5D53F3F0B3C3}"/>
              </a:ext>
            </a:extLst>
          </p:cNvPr>
          <p:cNvSpPr>
            <a:spLocks noGrp="1"/>
          </p:cNvSpPr>
          <p:nvPr/>
        </p:nvSpPr>
        <p:spPr>
          <a:xfrm>
            <a:off x="838200" y="555623"/>
            <a:ext cx="10515600" cy="857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Arial Black" panose="020B0A04020102020204" pitchFamily="34" charset="0"/>
                <a:ea typeface="+mj-ea"/>
                <a:cs typeface="Arial" panose="020B0604020202020204" pitchFamily="34" charset="0"/>
              </a:defRPr>
            </a:lvl1pPr>
          </a:lstStyle>
          <a:p>
            <a:r>
              <a:rPr sz="3600" b="1">
                <a:solidFill>
                  <a:srgbClr val="0E2841"/>
                </a:solidFill>
                <a:latin typeface="Times New Roman"/>
              </a:rPr>
              <a:t>Further Reading &amp; Self-Learning</a:t>
            </a:r>
          </a:p>
        </p:txBody>
      </p:sp>
    </p:spTree>
    <p:extLst>
      <p:ext uri="{BB962C8B-B14F-4D97-AF65-F5344CB8AC3E}">
        <p14:creationId xmlns:p14="http://schemas.microsoft.com/office/powerpoint/2010/main" val="30248626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1986</Words>
  <Application>Microsoft Office PowerPoint</Application>
  <PresentationFormat>Widescreen</PresentationFormat>
  <Paragraphs>370</Paragraphs>
  <Slides>23</Slides>
  <Notes>23</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Mansi Kajal-Assistant Professor SOET</cp:lastModifiedBy>
  <cp:revision>148</cp:revision>
  <dcterms:created xsi:type="dcterms:W3CDTF">2026-07-16T08:04:27Z</dcterms:created>
  <dcterms:modified xsi:type="dcterms:W3CDTF">2026-08-05T04:10:33Z</dcterms:modified>
</cp:coreProperties>
</file>