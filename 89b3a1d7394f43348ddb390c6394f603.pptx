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8" r:id="rId11"/>
    <p:sldId id="507" r:id="rId12"/>
    <p:sldId id="504" r:id="rId13"/>
    <p:sldId id="502" r:id="rId14"/>
    <p:sldId id="506" r:id="rId15"/>
    <p:sldId id="519" r:id="rId16"/>
    <p:sldId id="517" r:id="rId17"/>
    <p:sldId id="516" r:id="rId18"/>
    <p:sldId id="515" r:id="rId19"/>
    <p:sldId id="514" r:id="rId20"/>
    <p:sldId id="269" r:id="rId21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3" autoAdjust="0"/>
    <p:restoredTop sz="94681"/>
  </p:normalViewPr>
  <p:slideViewPr>
    <p:cSldViewPr>
      <p:cViewPr varScale="1">
        <p:scale>
          <a:sx n="83" d="100"/>
          <a:sy n="83" d="100"/>
        </p:scale>
        <p:origin x="609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Second Year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42984"/>
              </p:ext>
            </p:extLst>
          </p:nvPr>
        </p:nvGraphicFramePr>
        <p:xfrm>
          <a:off x="1670447" y="3505366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414310" y="1372508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Mentor: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Problem Statement &amp; SDG Mapping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Key Features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Methodology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Architecture &amp; Flow Diagram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 Stack &amp; Tools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Implementation &amp; Working Modules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Live Demo / Screenshots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Deployment Details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Field / User Trial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Impact &amp; SDG Metric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Documentation &amp; Proofs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Social Media Presence/Links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Challenges &amp; Learnings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8686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6258</TotalTime>
  <Words>172</Words>
  <Application>Microsoft Office PowerPoint</Application>
  <PresentationFormat>On-screen Show (4:3)</PresentationFormat>
  <Paragraphs>60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Jyoti Yadav</cp:lastModifiedBy>
  <cp:revision>314</cp:revision>
  <cp:lastPrinted>2022-09-05T08:43:44Z</cp:lastPrinted>
  <dcterms:created xsi:type="dcterms:W3CDTF">2020-01-16T09:05:56Z</dcterms:created>
  <dcterms:modified xsi:type="dcterms:W3CDTF">2026-08-14T17:02:31Z</dcterms:modified>
</cp:coreProperties>
</file>