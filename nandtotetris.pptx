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3" r:id="rId24"/>
    <p:sldId id="271" r:id="rId22"/>
    <p:sldId id="272" r:id="rId23"/>
    <p:sldId id="276" r:id="rId27"/>
    <p:sldId id="275" r:id="rId26"/>
    <p:sldId id="274" r:id="rId25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  <Relationship Id="rId24" Type="http://schemas.openxmlformats.org/officeDocument/2006/relationships/slide" Target="slides/slide18.xml"/>
  <Relationship Id="rId25" Type="http://schemas.openxmlformats.org/officeDocument/2006/relationships/slide" Target="slides/slide19.xml"/>
  <Relationship Id="rId26" Type="http://schemas.openxmlformats.org/officeDocument/2006/relationships/slide" Target="slides/slide20.xml"/>
  <Relationship Id="rId27" Type="http://schemas.openxmlformats.org/officeDocument/2006/relationships/slide" Target="slides/slide21.xml"/>
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assignment_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assignment_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assignment_p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assignment_p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assignment_pag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assignment_pag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assignment_pag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assignment_pag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assignment_pag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assignment_pag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assignment_pag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assignment_pag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assignment_pag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assignment_pag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assignment_pag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502920"/>
            <a:ext cx="5623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latin typeface="Arial"/>
              </a:defRPr>
            </a:pPr>
            <a:r>
              <a:t>Project 2 - HalfAdder</a:t>
            </a:r>
          </a:p>
        </p:txBody>
      </p:sp>
      <p:pic>
        <p:nvPicPr>
          <p:cNvPr id="3" name="Picture 2" descr="Screenshot 2026-10-01 2146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234440"/>
            <a:ext cx="6903720" cy="356845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502920"/>
            <a:ext cx="5623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latin typeface="Arial"/>
              </a:defRPr>
            </a:pPr>
            <a:r>
              <a:t>Project 2 - FullAdder</a:t>
            </a:r>
          </a:p>
        </p:txBody>
      </p:sp>
      <p:pic>
        <p:nvPicPr>
          <p:cNvPr id="3" name="Picture 2" descr="Screenshot 2026-10-01 2146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234440"/>
            <a:ext cx="6903720" cy="35877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502920"/>
            <a:ext cx="5623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latin typeface="Arial"/>
              </a:defRPr>
            </a:pPr>
            <a:r>
              <a:t>Project 1 - DMux8Way</a:t>
            </a:r>
          </a:p>
        </p:txBody>
      </p:sp>
      <p:pic>
        <p:nvPicPr>
          <p:cNvPr id="3" name="Picture 2" descr="Screenshot 2026-10-01 2146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234440"/>
            <a:ext cx="6903720" cy="354661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502920"/>
            <a:ext cx="5623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latin typeface="Arial"/>
              </a:defRPr>
            </a:pPr>
            <a:r>
              <a:t>Project 2 - ALU</a:t>
            </a:r>
          </a:p>
        </p:txBody>
      </p:sp>
      <p:pic>
        <p:nvPicPr>
          <p:cNvPr id="3" name="Picture 2" descr="Screenshot 2026-10-01 2147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234440"/>
            <a:ext cx="6903720" cy="360029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502920"/>
            <a:ext cx="5623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latin typeface="Arial"/>
              </a:defRPr>
            </a:pPr>
            <a:r>
              <a:t>Project 2 - Inc16</a:t>
            </a:r>
          </a:p>
        </p:txBody>
      </p:sp>
      <p:pic>
        <p:nvPicPr>
          <p:cNvPr id="3" name="Picture 2" descr="Screenshot 2026-10-01 2147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234440"/>
            <a:ext cx="6903720" cy="358472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502920"/>
            <a:ext cx="5623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latin typeface="Arial"/>
              </a:defRPr>
            </a:pPr>
            <a:r>
              <a:t>Project 2 - Add16</a:t>
            </a:r>
          </a:p>
        </p:txBody>
      </p:sp>
      <p:pic>
        <p:nvPicPr>
          <p:cNvPr id="3" name="Picture 2" descr="Screenshot 2026-10-01 2147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234440"/>
            <a:ext cx="6903720" cy="355171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